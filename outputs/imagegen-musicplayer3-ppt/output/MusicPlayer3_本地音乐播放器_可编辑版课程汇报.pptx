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995a61fdc584551" /><Relationship Type="http://schemas.openxmlformats.org/officeDocument/2006/relationships/extended-properties" Target="/docProps/app.xml" Id="R7f711163a5f74d0a" /><Relationship Type="http://schemas.openxmlformats.org/officeDocument/2006/relationships/officeDocument" Target="/ppt/presentation.xml" Id="R0485ff3840d84e7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095789cda2b4eea"/>
  </p:sldMasterIdLst>
  <p:notesMasterIdLst>
    <p:notesMasterId xmlns:r="http://schemas.openxmlformats.org/officeDocument/2006/relationships" r:id="Reb241b130e9b4b19"/>
  </p:notesMasterIdLst>
  <p:sldIdLst>
    <p:sldId xmlns:r="http://schemas.openxmlformats.org/officeDocument/2006/relationships" id="256" r:id="Rec25b9b146064295"/>
    <p:sldId xmlns:r="http://schemas.openxmlformats.org/officeDocument/2006/relationships" id="257" r:id="Rf85e135877f84b78"/>
    <p:sldId xmlns:r="http://schemas.openxmlformats.org/officeDocument/2006/relationships" id="258" r:id="Rab9e7961f08a4065"/>
    <p:sldId xmlns:r="http://schemas.openxmlformats.org/officeDocument/2006/relationships" id="259" r:id="R789feacb0f644c20"/>
    <p:sldId xmlns:r="http://schemas.openxmlformats.org/officeDocument/2006/relationships" id="260" r:id="R844803588f694ced"/>
    <p:sldId xmlns:r="http://schemas.openxmlformats.org/officeDocument/2006/relationships" id="261" r:id="Rf5950b2f1063431b"/>
    <p:sldId xmlns:r="http://schemas.openxmlformats.org/officeDocument/2006/relationships" id="262" r:id="Rcaa39a44afe340ce"/>
    <p:sldId xmlns:r="http://schemas.openxmlformats.org/officeDocument/2006/relationships" id="263" r:id="R6f5af49a484d4617"/>
    <p:sldId xmlns:r="http://schemas.openxmlformats.org/officeDocument/2006/relationships" id="264" r:id="Rb8b1db107ac54891"/>
    <p:sldId xmlns:r="http://schemas.openxmlformats.org/officeDocument/2006/relationships" id="265" r:id="R086be2922bb8410f"/>
    <p:sldId xmlns:r="http://schemas.openxmlformats.org/officeDocument/2006/relationships" id="266" r:id="Rb2309bd7e2ef4b5c"/>
    <p:sldId xmlns:r="http://schemas.openxmlformats.org/officeDocument/2006/relationships" id="267" r:id="Ra88a8a4faf2243e1"/>
    <p:sldId xmlns:r="http://schemas.openxmlformats.org/officeDocument/2006/relationships" id="268" r:id="R4657ca9d462743df"/>
    <p:sldId xmlns:r="http://schemas.openxmlformats.org/officeDocument/2006/relationships" id="269" r:id="Rfb94d2ce1b9542b2"/>
    <p:sldId xmlns:r="http://schemas.openxmlformats.org/officeDocument/2006/relationships" id="270" r:id="R6d6754fbbbcc46e5"/>
    <p:sldId xmlns:r="http://schemas.openxmlformats.org/officeDocument/2006/relationships" id="271" r:id="R131b15e0271741f8"/>
    <p:sldId xmlns:r="http://schemas.openxmlformats.org/officeDocument/2006/relationships" id="272" r:id="R86b1c88dc5034dd8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95789cda2b4eea" /><Relationship Type="http://schemas.openxmlformats.org/officeDocument/2006/relationships/theme" Target="/ppt/theme/theme1.xml" Id="Rfa92e196a91e4789" /><Relationship Type="http://schemas.openxmlformats.org/officeDocument/2006/relationships/notesMaster" Target="/ppt/notesMasters/notesMaster1.xml" Id="Reb241b130e9b4b19" /><Relationship Type="http://schemas.openxmlformats.org/officeDocument/2006/relationships/presProps" Target="/ppt/presProps.xml" Id="R831dc8ed42554b1c" /><Relationship Type="http://schemas.openxmlformats.org/officeDocument/2006/relationships/viewProps" Target="/ppt/viewProps.xml" Id="R3673dcecfc154277" /><Relationship Type="http://schemas.openxmlformats.org/officeDocument/2006/relationships/tableStyles" Target="/ppt/tableStyles.xml" Id="R2451355654ef4b97" /><Relationship Type="http://schemas.openxmlformats.org/officeDocument/2006/relationships/slide" Target="/ppt/slides/slide1.xml" Id="Rec25b9b146064295" /><Relationship Type="http://schemas.openxmlformats.org/officeDocument/2006/relationships/slide" Target="/ppt/slides/slide2.xml" Id="Rf85e135877f84b78" /><Relationship Type="http://schemas.openxmlformats.org/officeDocument/2006/relationships/slide" Target="/ppt/slides/slide3.xml" Id="Rab9e7961f08a4065" /><Relationship Type="http://schemas.openxmlformats.org/officeDocument/2006/relationships/slide" Target="/ppt/slides/slide4.xml" Id="R789feacb0f644c20" /><Relationship Type="http://schemas.openxmlformats.org/officeDocument/2006/relationships/slide" Target="/ppt/slides/slide5.xml" Id="R844803588f694ced" /><Relationship Type="http://schemas.openxmlformats.org/officeDocument/2006/relationships/slide" Target="/ppt/slides/slide6.xml" Id="Rf5950b2f1063431b" /><Relationship Type="http://schemas.openxmlformats.org/officeDocument/2006/relationships/slide" Target="/ppt/slides/slide7.xml" Id="Rcaa39a44afe340ce" /><Relationship Type="http://schemas.openxmlformats.org/officeDocument/2006/relationships/slide" Target="/ppt/slides/slide8.xml" Id="R6f5af49a484d4617" /><Relationship Type="http://schemas.openxmlformats.org/officeDocument/2006/relationships/slide" Target="/ppt/slides/slide9.xml" Id="Rb8b1db107ac54891" /><Relationship Type="http://schemas.openxmlformats.org/officeDocument/2006/relationships/slide" Target="/ppt/slides/slide10.xml" Id="R086be2922bb8410f" /><Relationship Type="http://schemas.openxmlformats.org/officeDocument/2006/relationships/slide" Target="/ppt/slides/slide11.xml" Id="Rb2309bd7e2ef4b5c" /><Relationship Type="http://schemas.openxmlformats.org/officeDocument/2006/relationships/slide" Target="/ppt/slides/slide12.xml" Id="Ra88a8a4faf2243e1" /><Relationship Type="http://schemas.openxmlformats.org/officeDocument/2006/relationships/slide" Target="/ppt/slides/slide13.xml" Id="R4657ca9d462743df" /><Relationship Type="http://schemas.openxmlformats.org/officeDocument/2006/relationships/slide" Target="/ppt/slides/slide14.xml" Id="Rfb94d2ce1b9542b2" /><Relationship Type="http://schemas.openxmlformats.org/officeDocument/2006/relationships/slide" Target="/ppt/slides/slide15.xml" Id="R6d6754fbbbcc46e5" /><Relationship Type="http://schemas.openxmlformats.org/officeDocument/2006/relationships/slide" Target="/ppt/slides/slide16.xml" Id="R131b15e0271741f8" /><Relationship Type="http://schemas.openxmlformats.org/officeDocument/2006/relationships/slide" Target="/ppt/slides/slide17.xml" Id="R86b1c88dc5034dd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c3a12c45e9d4e8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53f1ffee7d34419" /><Relationship Type="http://schemas.openxmlformats.org/officeDocument/2006/relationships/notesMaster" Target="/ppt/notesMasters/notesMaster1.xml" Id="R29163dad743d494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c1ab62865564789" /><Relationship Type="http://schemas.openxmlformats.org/officeDocument/2006/relationships/notesMaster" Target="/ppt/notesMasters/notesMaster1.xml" Id="R80055f36a2ca402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c301a0d1d064371" /><Relationship Type="http://schemas.openxmlformats.org/officeDocument/2006/relationships/notesMaster" Target="/ppt/notesMasters/notesMaster1.xml" Id="R74dece201a9d4c0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4040e9f0a3d42b0" /><Relationship Type="http://schemas.openxmlformats.org/officeDocument/2006/relationships/notesMaster" Target="/ppt/notesMasters/notesMaster1.xml" Id="Re3f0efb43b0c4de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b82da7269964112" /><Relationship Type="http://schemas.openxmlformats.org/officeDocument/2006/relationships/notesMaster" Target="/ppt/notesMasters/notesMaster1.xml" Id="R7235b1cbeee544e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217185b092749e8" /><Relationship Type="http://schemas.openxmlformats.org/officeDocument/2006/relationships/notesMaster" Target="/ppt/notesMasters/notesMaster1.xml" Id="R8859a43d3b514d6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01a2367dc87409d" /><Relationship Type="http://schemas.openxmlformats.org/officeDocument/2006/relationships/notesMaster" Target="/ppt/notesMasters/notesMaster1.xml" Id="R6ff4cb49449746a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b35a68025d241e2" /><Relationship Type="http://schemas.openxmlformats.org/officeDocument/2006/relationships/notesMaster" Target="/ppt/notesMasters/notesMaster1.xml" Id="R684b0d92f3864ab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9c1cbb79218462b" /><Relationship Type="http://schemas.openxmlformats.org/officeDocument/2006/relationships/notesMaster" Target="/ppt/notesMasters/notesMaster1.xml" Id="Rb39ef639ebc24b4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ee452b2276b46a3" /><Relationship Type="http://schemas.openxmlformats.org/officeDocument/2006/relationships/notesMaster" Target="/ppt/notesMasters/notesMaster1.xml" Id="Rd8a9e14863d74c8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486313f52214c3c" /><Relationship Type="http://schemas.openxmlformats.org/officeDocument/2006/relationships/notesMaster" Target="/ppt/notesMasters/notesMaster1.xml" Id="R6dde4ae7b55b4e5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2f379321f32423c" /><Relationship Type="http://schemas.openxmlformats.org/officeDocument/2006/relationships/notesMaster" Target="/ppt/notesMasters/notesMaster1.xml" Id="R7ea2ba4f90854b7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f91d448ef154c70" /><Relationship Type="http://schemas.openxmlformats.org/officeDocument/2006/relationships/notesMaster" Target="/ppt/notesMasters/notesMaster1.xml" Id="R4ba5dca3ff2e4ab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25bd54b12c24110" /><Relationship Type="http://schemas.openxmlformats.org/officeDocument/2006/relationships/notesMaster" Target="/ppt/notesMasters/notesMaster1.xml" Id="Rf5240ea018414fd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137584c5985401d" /><Relationship Type="http://schemas.openxmlformats.org/officeDocument/2006/relationships/notesMaster" Target="/ppt/notesMasters/notesMaster1.xml" Id="Rf16cc6c817b94d2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7a9dabbcc4c43bc" /><Relationship Type="http://schemas.openxmlformats.org/officeDocument/2006/relationships/notesMaster" Target="/ppt/notesMasters/notesMaster1.xml" Id="Rf26eab0f41f54a8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dc77a7f5f384572" /><Relationship Type="http://schemas.openxmlformats.org/officeDocument/2006/relationships/notesMaster" Target="/ppt/notesMasters/notesMaster1.xml" Id="R1887ca5f1c154c8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2dceb8e4a846a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0007f9523f45d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725021179e4d1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7e2a55c90d4a8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386ad99674410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020e1b7e084f8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08ec3c29d34edd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a36625ae6d414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7318c8342c4d44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51d9d80112419a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0ce1fa41b8446e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63CE875-ABAE-41DC-BF0A-6709869E7760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8BBFAFBB-2551-42CD-B366-27D5BE67577F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/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FECA938-9538-411B-802B-83AF9DFA73FC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6A96DE4-5BD0-4F9F-A7F5-C99FEBE23D7C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DE8A130-4555-4741-9A95-55509734CB45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F448F16-8D68-4733-9925-34144A6FA5CF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7ED0E525-9971-4578-B7EF-68C171C80426}"/>
              </a:ext>
            </a:extLst>
          </p:cNvPr>
          <p:cNvSpPr/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B493E25-A71F-4EFD-85FD-4E891BF04BFF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BE85821-FF65-4100-A44E-9BFA9DF214B2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8B6DBE4-B112-4154-80EE-39F690F7319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5FB40BE5-9A0B-4B2D-9728-ACF832981FFC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364BCD73-4EDC-4645-8224-C3E7D2AD1209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EDFBCC6-DBB9-43DA-9950-41E64F45AD2F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95FE78E-65B3-416E-A5AF-383AFD64E886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CB99A60-376A-4FA3-8E36-510734E1D11D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2643677-57DD-4DBD-9572-D51245BCB4D7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3D0CEA3-9AC5-4074-9E9A-970741CA885E}"/>
              </a:ext>
            </a:extLst>
          </p:cNvPr>
          <p:cNvSpPr/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9430959-558A-4558-A601-38A0BB349BD3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CE338F2-91B1-471D-BB62-382B8C5524EC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172101D-A131-475E-94A3-C11DC6E13705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675EFC9-DDEE-4357-A4A6-AD2B29E64E80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/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FCB5FB7-474E-44A5-9318-593CB2DCDDDF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/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A2EAEA6-103C-4291-A673-AEAC056E38F8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01409F-AE54-4AF4-B1D4-CCF5B8C8D5A0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3119981-FA9F-4C94-99B5-0AB6C8439BEF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956484F-7374-4EF1-BD01-7BDB53BC25F6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E94337B-080B-44D3-9ED7-A22D920510FA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/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BE535F0-0AEC-4F37-A21C-0B32D5D34054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/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ACBE66E-4048-44D1-8474-B994D30BC3C1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30DB3F6B-6941-4072-914F-45D63E26ECCF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44ADAB5-577D-468E-8BE6-1D0FAE9341D2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DD65843-923F-49DD-977E-7FC9D0F74F31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8AB20EC-FEBC-441A-A04E-E5C40CDCB51D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7652742E-392D-4C09-A49D-C06C5B689797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E3F9BFC5-9B2D-4523-846E-A65572D76C32}"/>
              </a:ext>
            </a:extLst>
          </p:cNvPr>
          <p:cNvSpPr/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1D35C51B-4E3E-4847-9364-99CBEC57D724}"/>
              </a:ext>
            </a:extLst>
          </p:cNvPr>
          <p:cNvSpPr/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7E94A63F-B8AA-4797-BEB5-0ADF948D83D2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E0236E2D-AB2E-4679-9611-44499D6D0249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B4F13895-3E96-4994-981D-687A0EA911F0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400400E-C1BD-4053-AC65-A4ADE45E1B4F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D3870CB1-9A84-4821-8802-E68987856B57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7031C9D5-6D7C-47AD-ADF8-1F98D5811E58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224837A5-740C-4A34-8E56-2BB194E055B1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C1D2DD90-E7E4-4C3F-97FB-14DC9745AA7D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D11F5B28-B974-4DAF-9AE8-59A614A2D985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B6624E48-B2B2-4DC1-AAD7-821C9C507FF9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09046B7-01F5-4CA3-A564-BD8870873071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/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489DBB1-BD36-4564-BCA8-AC7FAAD1D12E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673C41E4-22B6-41DB-9E37-4C045863843B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/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173AB5A-6E5D-4747-97B1-281A2F8CD66D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D63857E-EAD1-4D52-A7A0-286464589C72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AA25CC3-82D7-4F08-89DA-4BB680B456B2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2.xml><?xml version="1.0" encoding="utf-8"?>
<p:sldLayout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EA803B8-88EC-40CC-870E-711C1990E0AD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/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9BEC9872-8DF5-4A6F-81AB-F271BEEFF554}"/>
              </a:ext>
            </a:extLst>
          </p:cNvPr>
          <p:cNvSpPr/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CEE2691-9704-403B-85D5-7D52568379B0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/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D0B6D2C-AF2F-4A98-8E4A-3D8DEBC18DF3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70F5B80-A7D9-4E14-9299-A8899CE69E7B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0121CED-2E7A-48E4-B6EE-EC59247C8B67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62ce3f72e7ed4164" /><Relationship Type="http://schemas.openxmlformats.org/officeDocument/2006/relationships/slideLayout" Target="/ppt/slideLayouts/slideLayout2.xml" Id="Re16decd5159a4226" /><Relationship Type="http://schemas.openxmlformats.org/officeDocument/2006/relationships/slideLayout" Target="/ppt/slideLayouts/slideLayout3.xml" Id="Rf5ae83a4fc164e6d" /><Relationship Type="http://schemas.openxmlformats.org/officeDocument/2006/relationships/slideLayout" Target="/ppt/slideLayouts/slideLayout4.xml" Id="Rd60761da9faf43b1" /><Relationship Type="http://schemas.openxmlformats.org/officeDocument/2006/relationships/slideLayout" Target="/ppt/slideLayouts/slideLayout5.xml" Id="R56684ad0eec7413f" /><Relationship Type="http://schemas.openxmlformats.org/officeDocument/2006/relationships/slideLayout" Target="/ppt/slideLayouts/slideLayout6.xml" Id="R0b8bee9d446f4625" /><Relationship Type="http://schemas.openxmlformats.org/officeDocument/2006/relationships/slideLayout" Target="/ppt/slideLayouts/slideLayout7.xml" Id="Rf5e81099ba45443c" /><Relationship Type="http://schemas.openxmlformats.org/officeDocument/2006/relationships/slideLayout" Target="/ppt/slideLayouts/slideLayout8.xml" Id="R911be443b2944d45" /><Relationship Type="http://schemas.openxmlformats.org/officeDocument/2006/relationships/slideLayout" Target="/ppt/slideLayouts/slideLayout9.xml" Id="R5df10eef640c4e74" /><Relationship Type="http://schemas.openxmlformats.org/officeDocument/2006/relationships/slideLayout" Target="/ppt/slideLayouts/slideLayout10.xml" Id="R30fcea4424af48d6" /><Relationship Type="http://schemas.openxmlformats.org/officeDocument/2006/relationships/slideLayout" Target="/ppt/slideLayouts/slideLayout11.xml" Id="R57839f0a541643d6" /><Relationship Type="http://schemas.openxmlformats.org/officeDocument/2006/relationships/slideLayout" Target="/ppt/slideLayouts/slideLayout12.xml" Id="Rb77f1f4063334d89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FBA4F4A9-4AC8-4FDF-856D-FE2FE0A38733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59CA5C2-AE0A-4A05-B172-5954C5D240EB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1768E29-5EE5-4B35-B1C7-561B38D85326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2AAEC18-5C90-4E1B-A7B6-3E1B0E7FF8CE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D651A55-3CC1-451E-8D19-2C879ED9C393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16decd5159a4226"/>
    <p:sldLayoutId xmlns:r="http://schemas.openxmlformats.org/officeDocument/2006/relationships" id="2147483650" r:id="Rf5ae83a4fc164e6d"/>
    <p:sldLayoutId xmlns:r="http://schemas.openxmlformats.org/officeDocument/2006/relationships" id="2147483651" r:id="Rd60761da9faf43b1"/>
    <p:sldLayoutId xmlns:r="http://schemas.openxmlformats.org/officeDocument/2006/relationships" id="2147483652" r:id="R56684ad0eec7413f"/>
    <p:sldLayoutId xmlns:r="http://schemas.openxmlformats.org/officeDocument/2006/relationships" id="2147483653" r:id="R0b8bee9d446f4625"/>
    <p:sldLayoutId xmlns:r="http://schemas.openxmlformats.org/officeDocument/2006/relationships" id="2147483654" r:id="Rf5e81099ba45443c"/>
    <p:sldLayoutId xmlns:r="http://schemas.openxmlformats.org/officeDocument/2006/relationships" id="2147483655" r:id="R911be443b2944d45"/>
    <p:sldLayoutId xmlns:r="http://schemas.openxmlformats.org/officeDocument/2006/relationships" id="2147483656" r:id="R5df10eef640c4e74"/>
    <p:sldLayoutId xmlns:r="http://schemas.openxmlformats.org/officeDocument/2006/relationships" id="2147483657" r:id="R30fcea4424af48d6"/>
    <p:sldLayoutId xmlns:r="http://schemas.openxmlformats.org/officeDocument/2006/relationships" id="2147483658" r:id="R57839f0a541643d6"/>
    <p:sldLayoutId xmlns:r="http://schemas.openxmlformats.org/officeDocument/2006/relationships" id="2147483659" r:id="Rb77f1f4063334d89"/>
  </p:sldLayoutIdLst>
  <p:txStyles>
    <p:titleStyle>
      <a:lvl1pPr xmlns:a="http://schemas.openxmlformats.org/drawingml/2006/main"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95865ddf5d3b40ac" /><Relationship Type="http://schemas.openxmlformats.org/officeDocument/2006/relationships/image" Target="/ppt/media/image.png" Id="Rf72be097d4284ead" /><Relationship Type="http://schemas.openxmlformats.org/officeDocument/2006/relationships/notesSlide" Target="/ppt/notesSlides/notesSlide1.xml" Id="R6eb35840007f45f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adfd0c237feb44e3" /><Relationship Type="http://schemas.openxmlformats.org/officeDocument/2006/relationships/image" Target="/ppt/media/image2.png" Id="Rd95e7da6d3984c62" /><Relationship Type="http://schemas.openxmlformats.org/officeDocument/2006/relationships/notesSlide" Target="/ppt/notesSlides/notesSlide2.xml" Id="R4e0c3eaf35ca4e1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8954c0281ea54300" /><Relationship Type="http://schemas.openxmlformats.org/officeDocument/2006/relationships/notesSlide" Target="/ppt/notesSlides/notesSlide3.xml" Id="Rf6f7ae09624e4e1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559c184bc3b04614" /><Relationship Type="http://schemas.openxmlformats.org/officeDocument/2006/relationships/image" Target="/ppt/media/image3.png" Id="R4a5e2080804e4a9b" /><Relationship Type="http://schemas.openxmlformats.org/officeDocument/2006/relationships/notesSlide" Target="/ppt/notesSlides/notesSlide4.xml" Id="R5130608caaa4420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15001c1086c84de8" /><Relationship Type="http://schemas.openxmlformats.org/officeDocument/2006/relationships/notesSlide" Target="/ppt/notesSlides/notesSlide5.xml" Id="R1de9b6d181d044d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00077a5677d34f78" /><Relationship Type="http://schemas.openxmlformats.org/officeDocument/2006/relationships/notesSlide" Target="/ppt/notesSlides/notesSlide6.xml" Id="R5823a6f19995442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81a9173fd3f24b70" /><Relationship Type="http://schemas.openxmlformats.org/officeDocument/2006/relationships/notesSlide" Target="/ppt/notesSlides/notesSlide7.xml" Id="R3a870f7f18de463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9a7fa7eccd2945fe" /><Relationship Type="http://schemas.openxmlformats.org/officeDocument/2006/relationships/notesSlide" Target="/ppt/notesSlides/notesSlide8.xml" Id="Rc2789761af82422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21b6d905e74e4cde" /><Relationship Type="http://schemas.openxmlformats.org/officeDocument/2006/relationships/image" Target="/ppt/media/image4.png" Id="R76a275b154524980" /><Relationship Type="http://schemas.openxmlformats.org/officeDocument/2006/relationships/image" Target="/ppt/media/image5.png" Id="R89b699f12ad347c9" /><Relationship Type="http://schemas.openxmlformats.org/officeDocument/2006/relationships/notesSlide" Target="/ppt/notesSlides/notesSlide9.xml" Id="R0398bd42b6bf415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5563cc63d4ae4ad3" /><Relationship Type="http://schemas.openxmlformats.org/officeDocument/2006/relationships/notesSlide" Target="/ppt/notesSlides/notesSlide10.xml" Id="R6a17e6bef7ce44c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1a921edc1d0f4d7c" /><Relationship Type="http://schemas.openxmlformats.org/officeDocument/2006/relationships/notesSlide" Target="/ppt/notesSlides/notesSlide11.xml" Id="R45ac7134331844c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dbf65925475e4d82" /><Relationship Type="http://schemas.openxmlformats.org/officeDocument/2006/relationships/notesSlide" Target="/ppt/notesSlides/notesSlide12.xml" Id="R266774d1a460482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d536ca5883c24c4d" /><Relationship Type="http://schemas.openxmlformats.org/officeDocument/2006/relationships/image" Target="/ppt/media/image6.png" Id="Rf868fea12b994c90" /><Relationship Type="http://schemas.openxmlformats.org/officeDocument/2006/relationships/notesSlide" Target="/ppt/notesSlides/notesSlide13.xml" Id="R743909b50f854f9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29e477c92caa4aa4" /><Relationship Type="http://schemas.openxmlformats.org/officeDocument/2006/relationships/notesSlide" Target="/ppt/notesSlides/notesSlide14.xml" Id="R4987b584940b4a0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f0a3b573d3b8402a" /><Relationship Type="http://schemas.openxmlformats.org/officeDocument/2006/relationships/image" Target="/ppt/media/image7.png" Id="R452bc2e4fb4943b6" /><Relationship Type="http://schemas.openxmlformats.org/officeDocument/2006/relationships/image" Target="/ppt/media/image8.png" Id="R83bf572ab99742ae" /><Relationship Type="http://schemas.openxmlformats.org/officeDocument/2006/relationships/image" Target="/ppt/media/image9.png" Id="Rb23044af90d54ace" /><Relationship Type="http://schemas.openxmlformats.org/officeDocument/2006/relationships/image" Target="/ppt/media/image10.png" Id="R0059c44322d346bd" /><Relationship Type="http://schemas.openxmlformats.org/officeDocument/2006/relationships/notesSlide" Target="/ppt/notesSlides/notesSlide15.xml" Id="R620156b588e1414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faa3acf0397c4653" /><Relationship Type="http://schemas.openxmlformats.org/officeDocument/2006/relationships/notesSlide" Target="/ppt/notesSlides/notesSlide16.xml" Id="R0786e9c91c9442c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52fb475d00ef42bf" /><Relationship Type="http://schemas.openxmlformats.org/officeDocument/2006/relationships/notesSlide" Target="/ppt/notesSlides/notesSlide17.xml" Id="Rd77bf3999e94443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A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303EF5-14AD-41D8-892D-149B6AD63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D"/>
          </a:solidFill>
          <a:ln xmlns:a="http://schemas.openxmlformats.org/drawingml/2006/main" w="0">
            <a:solidFill>
              <a:srgbClr val="FFF8E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D44327-7E92-4D6E-AB8F-3A1789C1F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6953250"/>
            <a:ext cx="3143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750" b="1">
                <a:solidFill>
                  <a:srgbClr val="FFE4D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4750" b="1">
                <a:solidFill>
                  <a:srgbClr val="FFE4DC"/>
                </a:solidFill>
                <a:latin typeface="Microsoft YaHei UI"/>
                <a:ea typeface="Microsoft YaHei UI"/>
                <a:cs typeface="Microsoft YaHei UI"/>
              </a:rPr>
              <a:t>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4C724A-C870-488C-B24F-1751D56BF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38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7BBF3E-B3D0-4722-82D7-047D3883D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590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移动软件设计课程大作业汇报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044F30-10F1-4ECA-B1EF-9D13A66F1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0" y="45720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MusicPlayer3 汇报 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6C577B-97F6-486E-B5F4-AD9AAB98F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6300"/>
            <a:ext cx="1725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01D"/>
          </a:solidFill>
          <a:ln xmlns:a="http://schemas.openxmlformats.org/drawingml/2006/main" w="0">
            <a:solidFill>
              <a:srgbClr val="24201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0178BF-D1ED-4CD8-AE47-FBA75728C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381625"/>
            <a:ext cx="3429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7000" b="1">
                <a:solidFill>
                  <a:srgbClr val="F9C7B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0" b="1">
                <a:solidFill>
                  <a:srgbClr val="F9C7BC"/>
                </a:solidFill>
                <a:latin typeface="Microsoft YaHei UI"/>
                <a:ea typeface="Microsoft YaHei UI"/>
                <a:cs typeface="Microsoft YaHei UI"/>
              </a:rPr>
              <a:t>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0D03DA-3D53-4C99-8EAA-405229241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7239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15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MusicPlayer3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8EE5B7-CB38-466D-8DEF-A5181BE21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6123" y="2438400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9C7B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150" b="1">
                <a:solidFill>
                  <a:srgbClr val="F9C7BC"/>
                </a:solidFill>
                <a:latin typeface="Microsoft YaHei UI"/>
                <a:ea typeface="Microsoft YaHei UI"/>
                <a:cs typeface="Microsoft YaHei UI"/>
              </a:rPr>
              <a:t>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65FD59-6C9B-4DA8-B96E-70BDFA42F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81375"/>
            <a:ext cx="7810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510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本地音乐播放器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2914AF-4A5C-4565-9D78-1E82ED4F7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95825"/>
            <a:ext cx="685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D6A6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00" b="0">
                <a:solidFill>
                  <a:srgbClr val="6D6A66"/>
                </a:solidFill>
                <a:latin typeface="Microsoft YaHei UI"/>
                <a:ea typeface="Microsoft YaHei UI"/>
                <a:cs typeface="Microsoft YaHei UI"/>
              </a:rPr>
              <a:t>移动软件设计课程大作业汇报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229562-937E-40EC-AFB6-AD4E3F830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401050"/>
            <a:ext cx="200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D"/>
          </a:solidFill>
          <a:ln xmlns:a="http://schemas.openxmlformats.org/drawingml/2006/main" w="19050">
            <a:solidFill>
              <a:srgbClr val="24201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A9DDD8-DB85-4E2C-9132-C68B8F8F1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496300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第六组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D5B9DD-41FD-4E62-8E46-E24900F4B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849630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D6A6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>
                <a:solidFill>
                  <a:srgbClr val="6D6A66"/>
                </a:solidFill>
                <a:latin typeface="Microsoft YaHei UI"/>
                <a:ea typeface="Microsoft YaHei UI"/>
                <a:cs typeface="Microsoft YaHei UI"/>
              </a:rPr>
              <a:t>移动软件设计课程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BAF0D0-6E5B-4675-9670-ECC53CB9D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849630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D6A6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>
                <a:solidFill>
                  <a:srgbClr val="6D6A66"/>
                </a:solidFill>
                <a:latin typeface="Microsoft YaHei UI"/>
                <a:ea typeface="Microsoft YaHei UI"/>
                <a:cs typeface="Microsoft YaHei UI"/>
              </a:rPr>
              <a:t>2026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2be097d4284ead"/>
          <a:stretch xmlns:a="http://schemas.openxmlformats.org/drawingml/2006/main"/>
        </p:blipFill>
        <p:spPr>
          <a:xfrm xmlns:a="http://schemas.openxmlformats.org/drawingml/2006/main">
            <a:off x="12001500" y="1955770"/>
            <a:ext cx="4476750" cy="4899085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5A441D-D683-4281-8289-B1D14CD97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1952625"/>
            <a:ext cx="4476750" cy="490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201D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039645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A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DE94078-A9AB-4D29-86CC-74EF8D7F3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D"/>
          </a:solidFill>
          <a:ln xmlns:a="http://schemas.openxmlformats.org/drawingml/2006/main" w="0">
            <a:solidFill>
              <a:srgbClr val="FFF8E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CC54AC-33AB-44E2-9C58-697C8C229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6953250"/>
            <a:ext cx="3143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750" b="1">
                <a:solidFill>
                  <a:srgbClr val="FFE4D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4750" b="1">
                <a:solidFill>
                  <a:srgbClr val="FFE4DC"/>
                </a:solidFill>
                <a:latin typeface="Microsoft YaHei UI"/>
                <a:ea typeface="Microsoft YaHei UI"/>
                <a:cs typeface="Microsoft YaHei UI"/>
              </a:rPr>
              <a:t>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0A582A-0D83-4871-B93E-F74BA0EBD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38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A865D6-5207-4194-8F87-28BD373DB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590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移动软件设计课程大作业汇报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72959F-7092-4EE4-9561-9B7DC6087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0" y="45720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MusicPlayer3 汇报 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04BB20-64EE-4879-AB94-E327050FF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6300"/>
            <a:ext cx="1725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01D"/>
          </a:solidFill>
          <a:ln xmlns:a="http://schemas.openxmlformats.org/drawingml/2006/main" w="0">
            <a:solidFill>
              <a:srgbClr val="24201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DC20EF-B9ED-4F26-96EA-27B056C83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619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555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项目摘要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713459-A2BB-45E3-98FD-255DFE51B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5337" y="1809750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9C7B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150" b="1">
                <a:solidFill>
                  <a:srgbClr val="F9C7BC"/>
                </a:solidFill>
                <a:latin typeface="Microsoft YaHei UI"/>
                <a:ea typeface="Microsoft YaHei UI"/>
                <a:cs typeface="Microsoft YaHei UI"/>
              </a:rPr>
              <a:t>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039A0C-5550-4612-A9B0-81C872E3B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0"/>
            <a:ext cx="7810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MusicPlayer3 是一个基于 Android Java 开发的本地音乐播放器，实现音乐导入、资料库管理、播放控制、搜索、收藏、歌词、封面、最近播放和状态持久化等功能。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E7F921-EBF8-4A2D-9EBB-0D41810CA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81625"/>
            <a:ext cx="7810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项目重点在于完成一个可运行、可交互、可保存状态的移动端音乐播放应用。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5e7da6d3984c62"/>
          <a:srcRect xmlns:a="http://schemas.openxmlformats.org/drawingml/2006/main" l="6883" t="0" r="688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06100" y="1466850"/>
            <a:ext cx="5572125" cy="72390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524B8E-762B-4661-87AF-3B88C13F8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1466850"/>
            <a:ext cx="5572125" cy="723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201D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039645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A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0048A0-280F-4771-B023-A8883322C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D"/>
          </a:solidFill>
          <a:ln xmlns:a="http://schemas.openxmlformats.org/drawingml/2006/main" w="0">
            <a:solidFill>
              <a:srgbClr val="FFF8E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B3137C-C73F-4535-A9B5-5B5FF52A3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6953250"/>
            <a:ext cx="3143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750" b="1">
                <a:solidFill>
                  <a:srgbClr val="FFE4D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4750" b="1">
                <a:solidFill>
                  <a:srgbClr val="FFE4DC"/>
                </a:solidFill>
                <a:latin typeface="Microsoft YaHei UI"/>
                <a:ea typeface="Microsoft YaHei UI"/>
                <a:cs typeface="Microsoft YaHei UI"/>
              </a:rPr>
              <a:t>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25415F-C522-4E31-8C93-BF021B163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38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61D91D-084C-49E9-801B-B3DBF81F5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590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移动软件设计课程大作业汇报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05E90A-9773-4C1D-8070-9B1886ADC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0" y="45720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MusicPlayer3 汇报 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5F4F67-36B6-46FD-9845-2F7BA4A49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6300"/>
            <a:ext cx="1725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01D"/>
          </a:solidFill>
          <a:ln xmlns:a="http://schemas.openxmlformats.org/drawingml/2006/main" w="0">
            <a:solidFill>
              <a:srgbClr val="24201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5913EB-04CB-4840-A867-F921BE55C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24000"/>
            <a:ext cx="7239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本次汇报按照“背景—需求—设计—实现—结果—总结”的顺序展开，重点说明 MusicPlayer3 如何形成应用闭环。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AB3208-0866-4088-9ABA-D1B813924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762125"/>
            <a:ext cx="5905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570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汇报目录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9F711E-A3B5-4BFA-96FE-441387E62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8763" y="1952625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9C7B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150" b="1">
                <a:solidFill>
                  <a:srgbClr val="F9C7BC"/>
                </a:solidFill>
                <a:latin typeface="Microsoft YaHei UI"/>
                <a:ea typeface="Microsoft YaHei UI"/>
                <a:cs typeface="Microsoft YaHei UI"/>
              </a:rPr>
              <a:t>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3147F0-9552-4E69-8CD6-2BE9C0F34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95750"/>
            <a:ext cx="2571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F"/>
          </a:solidFill>
          <a:ln xmlns:a="http://schemas.openxmlformats.org/drawingml/2006/main" w="19050">
            <a:solidFill>
              <a:srgbClr val="24201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1B8CEC-2922-4109-830F-14603B7A0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267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0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rPr>
              <a:t>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859A4F-8B6C-4339-9815-F13913315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305300"/>
            <a:ext cx="1190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项目背景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7BBB3D-18E6-4E2D-88C9-F75B50B74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24350"/>
            <a:ext cx="438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6D6A6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0">
                <a:solidFill>
                  <a:srgbClr val="6D6A66"/>
                </a:solidFill>
                <a:latin typeface="Microsoft YaHei UI"/>
                <a:ea typeface="Microsoft YaHei UI"/>
                <a:cs typeface="Microsoft YaHei UI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4E3C8C-EA13-4347-B3C9-53B3B7083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95750"/>
            <a:ext cx="2571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F"/>
          </a:solidFill>
          <a:ln xmlns:a="http://schemas.openxmlformats.org/drawingml/2006/main" w="19050">
            <a:solidFill>
              <a:srgbClr val="24201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D0A0D6-E5ED-4161-8EFB-5C0F78822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267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0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rPr>
              <a:t>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328A2F-29B6-41BD-AB33-23C5AB863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305300"/>
            <a:ext cx="1190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需求分析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CF3FF1-B423-41BA-846E-E73CCF029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324350"/>
            <a:ext cx="438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6D6A6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0">
                <a:solidFill>
                  <a:srgbClr val="6D6A66"/>
                </a:solidFill>
                <a:latin typeface="Microsoft YaHei UI"/>
                <a:ea typeface="Microsoft YaHei UI"/>
                <a:cs typeface="Microsoft YaHei UI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BF7D7D-D7DB-4849-8C5D-997004D5D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95750"/>
            <a:ext cx="2571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F"/>
          </a:solidFill>
          <a:ln xmlns:a="http://schemas.openxmlformats.org/drawingml/2006/main" w="19050">
            <a:solidFill>
              <a:srgbClr val="24201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3F703C-E262-48B9-90E0-E3CF30A8A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267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0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rPr>
              <a:t>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B740F0-E4A3-4E1E-AC08-A0E99AF9E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4305300"/>
            <a:ext cx="1190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系统设计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2AE3B9-F8EF-4C19-81E8-B426C72ED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4324350"/>
            <a:ext cx="438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6D6A6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0">
                <a:solidFill>
                  <a:srgbClr val="6D6A66"/>
                </a:solidFill>
                <a:latin typeface="Microsoft YaHei UI"/>
                <a:ea typeface="Microsoft YaHei UI"/>
                <a:cs typeface="Microsoft YaHei UI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321C22-39AC-4C1D-8328-A7ACA4F1D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4095750"/>
            <a:ext cx="2571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F"/>
          </a:solidFill>
          <a:ln xmlns:a="http://schemas.openxmlformats.org/drawingml/2006/main" w="19050">
            <a:solidFill>
              <a:srgbClr val="24201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174F36-6C0F-4478-A73D-E33B07BD5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2700" y="4267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0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rPr>
              <a:t>✽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ED3372-DD05-464B-869A-3C7A7CB77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54200" y="4305300"/>
            <a:ext cx="1190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核心功能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319C30-E12E-47E1-A42F-810FF73EB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4324350"/>
            <a:ext cx="438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6D6A6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0">
                <a:solidFill>
                  <a:srgbClr val="6D6A66"/>
                </a:solidFill>
                <a:latin typeface="Microsoft YaHei UI"/>
                <a:ea typeface="Microsoft YaHei UI"/>
                <a:cs typeface="Microsoft YaHei UI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78AF2C-4429-40EE-A933-B572ED103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76875"/>
            <a:ext cx="2571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F"/>
          </a:solidFill>
          <a:ln xmlns:a="http://schemas.openxmlformats.org/drawingml/2006/main" w="19050">
            <a:solidFill>
              <a:srgbClr val="24201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5DD6F8-D38C-4860-BAD9-CE5BD3E63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6483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0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rPr>
              <a:t>✽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93579D-8D09-4714-AD88-660C06A5B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686425"/>
            <a:ext cx="1190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关键实现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9428E8-1D0E-459A-8C38-2F672F1B7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705475"/>
            <a:ext cx="438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6D6A6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0">
                <a:solidFill>
                  <a:srgbClr val="6D6A66"/>
                </a:solidFill>
                <a:latin typeface="Microsoft YaHei UI"/>
                <a:ea typeface="Microsoft YaHei UI"/>
                <a:cs typeface="Microsoft YaHei UI"/>
              </a:rPr>
              <a:t>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E92077-F00D-4DC0-A8B2-D3C89FB93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476875"/>
            <a:ext cx="2571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F"/>
          </a:solidFill>
          <a:ln xmlns:a="http://schemas.openxmlformats.org/drawingml/2006/main" w="19050">
            <a:solidFill>
              <a:srgbClr val="24201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659F40C-14AB-4E11-8BA0-BF06B0F3F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6483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0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rPr>
              <a:t>✽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35E21EF-6E7D-476E-9E82-F6E59085C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686425"/>
            <a:ext cx="1190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运行结果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547A31A-F75B-4D3D-9B26-ECB22E30C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705475"/>
            <a:ext cx="438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6D6A6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0">
                <a:solidFill>
                  <a:srgbClr val="6D6A66"/>
                </a:solidFill>
                <a:latin typeface="Microsoft YaHei UI"/>
                <a:ea typeface="Microsoft YaHei UI"/>
                <a:cs typeface="Microsoft YaHei UI"/>
              </a:rPr>
              <a:t>06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3366E23-AB2D-47E2-8448-463C1DCCD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476875"/>
            <a:ext cx="2571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F"/>
          </a:solidFill>
          <a:ln xmlns:a="http://schemas.openxmlformats.org/drawingml/2006/main" w="19050">
            <a:solidFill>
              <a:srgbClr val="24201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7BD9EAC-50B5-4919-86D2-9639F2177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56483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0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rPr>
              <a:t>✽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187107B-3F3A-4E44-BC82-83277D600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5686425"/>
            <a:ext cx="1190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总结展望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6AB34B3-226A-45BE-B8D4-9AEED0792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5705475"/>
            <a:ext cx="438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6D6A6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0">
                <a:solidFill>
                  <a:srgbClr val="6D6A66"/>
                </a:solidFill>
                <a:latin typeface="Microsoft YaHei UI"/>
                <a:ea typeface="Microsoft YaHei UI"/>
                <a:cs typeface="Microsoft YaHei U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039645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A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478AAB-F898-496F-B529-FE076B108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D"/>
          </a:solidFill>
          <a:ln xmlns:a="http://schemas.openxmlformats.org/drawingml/2006/main" w="0">
            <a:solidFill>
              <a:srgbClr val="FFF8E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968C84-44E3-4B03-B375-8FE77E75E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6953250"/>
            <a:ext cx="3143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750" b="1">
                <a:solidFill>
                  <a:srgbClr val="FFE4D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4750" b="1">
                <a:solidFill>
                  <a:srgbClr val="FFE4DC"/>
                </a:solidFill>
                <a:latin typeface="Microsoft YaHei UI"/>
                <a:ea typeface="Microsoft YaHei UI"/>
                <a:cs typeface="Microsoft YaHei UI"/>
              </a:rPr>
              <a:t>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39494B-3918-4EBB-A0F9-C637CC9D7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38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1CCA3F-290B-4390-B3AC-76DD43128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590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移动软件设计课程大作业汇报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4FF4AE-BDEB-46BC-9824-7A78E655D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0" y="45720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MusicPlayer3 汇报 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FD2356-5E01-4DF8-AE0B-8779B369C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6300"/>
            <a:ext cx="1725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01D"/>
          </a:solidFill>
          <a:ln xmlns:a="http://schemas.openxmlformats.org/drawingml/2006/main" w="0">
            <a:solidFill>
              <a:srgbClr val="24201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C3CCA1-44C3-40BE-8506-C81144020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24000"/>
            <a:ext cx="619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555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项目背景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D6AEF7-366D-4163-B4DF-8F7670E7F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5337" y="1714500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9C7B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150" b="1">
                <a:solidFill>
                  <a:srgbClr val="F9C7BC"/>
                </a:solidFill>
                <a:latin typeface="Microsoft YaHei UI"/>
                <a:ea typeface="Microsoft YaHei UI"/>
                <a:cs typeface="Microsoft YaHei UI"/>
              </a:rPr>
              <a:t>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D2C03D-DE76-46F6-A5D4-BD6B26D40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38500"/>
            <a:ext cx="7620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24201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02FCE7-D89E-4C9B-9660-D520207A1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480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rPr>
              <a:t>♪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446640-DAAC-4E6D-9FD4-F0BD38E23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486150"/>
            <a:ext cx="6524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本地音乐仍是典型移动端多媒体应用场景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A3EBB7-190F-4EBD-A72E-072BD9A85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038600"/>
            <a:ext cx="647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D6A6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0">
                <a:solidFill>
                  <a:srgbClr val="6D6A66"/>
                </a:solidFill>
                <a:latin typeface="Microsoft YaHei UI"/>
                <a:ea typeface="Microsoft YaHei UI"/>
                <a:cs typeface="Microsoft YaHei UI"/>
              </a:rPr>
              <a:t>涉及文件访问、媒体播放、状态管理、界面交互和数据持久化。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473FC6-5816-402F-950E-269450FE0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05375"/>
            <a:ext cx="7620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24201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4CA873-4004-4FFE-8566-EE96A5D5A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149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rPr>
              <a:t>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98B17A-EA21-4B46-B83D-E88C31AB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153025"/>
            <a:ext cx="6524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适合作为移动软件设计课程综合实践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DC7E04-B979-4BA7-8A06-C44274981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705475"/>
            <a:ext cx="647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D6A6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0">
                <a:solidFill>
                  <a:srgbClr val="6D6A66"/>
                </a:solidFill>
                <a:latin typeface="Microsoft YaHei UI"/>
                <a:ea typeface="Microsoft YaHei UI"/>
                <a:cs typeface="Microsoft YaHei UI"/>
              </a:rPr>
              <a:t>能够综合训练 Android UI、MediaPlayer、SharedPreferences 等知识点。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A3E920-4E10-427A-A2D5-2D3E65AE7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572250"/>
            <a:ext cx="7620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24201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6E08F2-1E13-4BA2-ACDA-A3D9FD1B4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67818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rPr>
              <a:t>↻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100675-18AA-4B5B-9021-B92D5659D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6819900"/>
            <a:ext cx="6524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课程实践价值明确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F5B501-7DBD-48B6-A2E7-99F907413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7372350"/>
            <a:ext cx="647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D6A6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0">
                <a:solidFill>
                  <a:srgbClr val="6D6A66"/>
                </a:solidFill>
                <a:latin typeface="Microsoft YaHei UI"/>
                <a:ea typeface="Microsoft YaHei UI"/>
                <a:cs typeface="Microsoft YaHei UI"/>
              </a:rPr>
              <a:t>从需求、设计、编码、调试到报告汇报，形成完整项目流程。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5e2080804e4a9b"/>
          <a:srcRect xmlns:a="http://schemas.openxmlformats.org/drawingml/2006/main" l="381" t="0" r="38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30000" y="1428750"/>
            <a:ext cx="5810250" cy="6048375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C08D06-24D0-44DB-ADCC-4213737BA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1428750"/>
            <a:ext cx="5810250" cy="604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201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893576-267D-4939-94D2-5ABA77F91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8572500"/>
            <a:ext cx="200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D"/>
          </a:solidFill>
          <a:ln xmlns:a="http://schemas.openxmlformats.org/drawingml/2006/main" w="19050">
            <a:solidFill>
              <a:srgbClr val="24201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494DA8-2CCF-441B-944B-7FF63EEE5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8667750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Android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2948B8-7ACC-4BCA-8546-030804F60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8572500"/>
            <a:ext cx="200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D"/>
          </a:solidFill>
          <a:ln xmlns:a="http://schemas.openxmlformats.org/drawingml/2006/main" w="19050">
            <a:solidFill>
              <a:srgbClr val="24201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2FFFAF-7432-4C9F-9DD4-385AA4420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8667750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MediaPlayer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F7D1C9-6F1F-4305-AF64-EF612E9FF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8572500"/>
            <a:ext cx="200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D"/>
          </a:solidFill>
          <a:ln xmlns:a="http://schemas.openxmlformats.org/drawingml/2006/main" w="19050">
            <a:solidFill>
              <a:srgbClr val="24201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828F14-2984-4896-A3C2-4872F3AE8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8667750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SharedPreferences</a:t>
            </a:r>
          </a:p>
        </p:txBody>
      </p:sp>
    </p:spTree>
    <p:extLst>
      <p:ext uri="{BB962C8B-B14F-4D97-AF65-F5344CB8AC3E}">
        <p14:creationId xmlns:p14="http://schemas.microsoft.com/office/powerpoint/2010/main" val="14039645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A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D867D7C-341A-4961-91CA-63D175B7A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D"/>
          </a:solidFill>
          <a:ln xmlns:a="http://schemas.openxmlformats.org/drawingml/2006/main" w="0">
            <a:solidFill>
              <a:srgbClr val="FFF8E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EABCC1-6AC6-4B45-A29F-0BB9BD8BE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6953250"/>
            <a:ext cx="3143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750" b="1">
                <a:solidFill>
                  <a:srgbClr val="FFE4D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4750" b="1">
                <a:solidFill>
                  <a:srgbClr val="FFE4DC"/>
                </a:solidFill>
                <a:latin typeface="Microsoft YaHei UI"/>
                <a:ea typeface="Microsoft YaHei UI"/>
                <a:cs typeface="Microsoft YaHei UI"/>
              </a:rPr>
              <a:t>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2E8274-906F-490D-AB8D-45804044A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38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119401-E36D-4581-9EF4-E13C685B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590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移动软件设计课程大作业汇报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C9789E-EF6E-40F3-8015-F0B49A879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0" y="45720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MusicPlayer3 汇报 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D13D70-C4B1-4C30-82DD-2D3A3296F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6300"/>
            <a:ext cx="1725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01D"/>
          </a:solidFill>
          <a:ln xmlns:a="http://schemas.openxmlformats.org/drawingml/2006/main" w="0">
            <a:solidFill>
              <a:srgbClr val="24201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18AF1D-901C-4921-B13A-CF527ED49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8096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525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问题与设计目标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35E075-A8EF-49A1-A67F-65F512BF9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2305" y="1809750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9C7B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150" b="1">
                <a:solidFill>
                  <a:srgbClr val="F9C7BC"/>
                </a:solidFill>
                <a:latin typeface="Microsoft YaHei UI"/>
                <a:ea typeface="Microsoft YaHei UI"/>
                <a:cs typeface="Microsoft YaHei UI"/>
              </a:rPr>
              <a:t>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E7A851-E32F-4D54-8D5E-0D5572BFB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76625"/>
            <a:ext cx="69532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24201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59CAD6-EC1F-47E8-B147-BCF99A6FC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476625"/>
            <a:ext cx="69532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24201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CF55D7-A157-4965-9EB3-18D0ACA88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52875"/>
            <a:ext cx="495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✽  现有问题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04C1C2-BBF0-4A35-BE76-EB10AE601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952875"/>
            <a:ext cx="495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◎  设计目标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49FAA2-00CB-4B43-A8F3-0AE79BA42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62500"/>
            <a:ext cx="590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01D"/>
          </a:solidFill>
          <a:ln xmlns:a="http://schemas.openxmlformats.org/drawingml/2006/main" w="0">
            <a:solidFill>
              <a:srgbClr val="24201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8A7CF5-2843-4221-8D65-6F30EEE7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762500"/>
            <a:ext cx="590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01D"/>
          </a:solidFill>
          <a:ln xmlns:a="http://schemas.openxmlformats.org/drawingml/2006/main" w="0">
            <a:solidFill>
              <a:srgbClr val="24201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5A7176-1FDA-444F-8333-FAD5ADB65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292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rPr>
              <a:t>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8EF766-600C-457A-97D1-70C816173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191125"/>
            <a:ext cx="5314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本地文件分散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3A14C9-F17A-4673-A18D-BB4CD046E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8388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rPr>
              <a:t>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2A8426-75B2-457B-BD7F-5C8B697D9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800725"/>
            <a:ext cx="5314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播放状态难管理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6BCEF9-FD67-4C3B-96CF-4800B81FB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4484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rPr>
              <a:t>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C6554C-847D-4342-AC11-269478205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6410325"/>
            <a:ext cx="5314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歌词封面资源不统一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042322-E3D1-4484-AB05-A31113975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70580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rPr>
              <a:t>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C20BD7-9C58-4395-817E-3444E20E7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7019925"/>
            <a:ext cx="5314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重启后状态容易丢失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781DB1-6D5B-4235-921A-1AB3778F6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1816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rPr>
              <a:t>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11C9F5-249F-42B3-A034-D8C4CC661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143500"/>
            <a:ext cx="5314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稳定播放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AF6221-11E7-46A7-A2A9-D61B5C2A1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7150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rPr>
              <a:t>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E47002-A88A-4C79-954C-AFF790741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676900"/>
            <a:ext cx="5314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资料库清晰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5BBE08-CBC1-4430-97F1-71987FC90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2484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rPr>
              <a:t>●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4830DE-EB47-4BB9-A02B-40BAC47FB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210300"/>
            <a:ext cx="5314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状态同步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7B5299-E52E-46C7-9C79-5C231FF90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7818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rPr>
              <a:t>●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663FCB-EFE4-4EB7-BD33-38A05AA06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743700"/>
            <a:ext cx="5314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数据可恢复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E284FF-340B-4D29-9329-BF7AFCD10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73152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rPr>
              <a:t>●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92C745F-9625-4F4D-A22D-98D4291F2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7277100"/>
            <a:ext cx="5314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界面友好</a:t>
            </a:r>
          </a:p>
        </p:txBody>
      </p:sp>
    </p:spTree>
    <p:extLst>
      <p:ext uri="{BB962C8B-B14F-4D97-AF65-F5344CB8AC3E}">
        <p14:creationId xmlns:p14="http://schemas.microsoft.com/office/powerpoint/2010/main" val="14039645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A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0AEE04-1672-4897-AA87-F763ABF55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D"/>
          </a:solidFill>
          <a:ln xmlns:a="http://schemas.openxmlformats.org/drawingml/2006/main" w="0">
            <a:solidFill>
              <a:srgbClr val="FFF8E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9F56FE-5C54-4BC8-9FD6-CB7FFE612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6953250"/>
            <a:ext cx="3143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750" b="1">
                <a:solidFill>
                  <a:srgbClr val="FFE4D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4750" b="1">
                <a:solidFill>
                  <a:srgbClr val="FFE4DC"/>
                </a:solidFill>
                <a:latin typeface="Microsoft YaHei UI"/>
                <a:ea typeface="Microsoft YaHei UI"/>
                <a:cs typeface="Microsoft YaHei UI"/>
              </a:rPr>
              <a:t>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2A44B0-551C-4AAC-9A74-8A1EA059D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38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5F073B-6841-4A5C-86EA-C2D2A8257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590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移动软件设计课程大作业汇报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DB6A92-DE41-428D-B345-395652ED3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0" y="45720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MusicPlayer3 汇报 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0E3BF7-BD4B-4C38-B23C-269634338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6300"/>
            <a:ext cx="1725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01D"/>
          </a:solidFill>
          <a:ln xmlns:a="http://schemas.openxmlformats.org/drawingml/2006/main" w="0">
            <a:solidFill>
              <a:srgbClr val="24201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03F5F4-A9A3-4A7B-8329-91829A0B0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685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525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功能需求分析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00A6F2-F17D-4D35-A092-E5EC13788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2265" y="1809750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9C7B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150" b="1">
                <a:solidFill>
                  <a:srgbClr val="F9C7BC"/>
                </a:solidFill>
                <a:latin typeface="Microsoft YaHei UI"/>
                <a:ea typeface="Microsoft YaHei UI"/>
                <a:cs typeface="Microsoft YaHei UI"/>
              </a:rPr>
              <a:t>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C76672-D89B-4DE8-9853-8CEB304BA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14625"/>
            <a:ext cx="723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D6A6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0">
                <a:solidFill>
                  <a:srgbClr val="6D6A66"/>
                </a:solidFill>
                <a:latin typeface="Microsoft YaHei UI"/>
                <a:ea typeface="Microsoft YaHei UI"/>
                <a:cs typeface="Microsoft YaHei UI"/>
              </a:rPr>
              <a:t>需求覆盖资料库、播放、检索、收藏、资源管理与状态恢复六个方面。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27F157-DE3F-49C1-884C-79C1F2BAC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714750"/>
            <a:ext cx="3714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24201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78E0BE-8B8C-4C58-899B-22C7B05D6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9243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rPr>
              <a:t>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E295D8-FAC3-414B-A3AE-AA58204BE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62400"/>
            <a:ext cx="2619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资料库管理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A3351D-1436-4749-9BB2-29C3B8589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14850"/>
            <a:ext cx="257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D6A6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0">
                <a:solidFill>
                  <a:srgbClr val="6D6A66"/>
                </a:solidFill>
                <a:latin typeface="Microsoft YaHei UI"/>
                <a:ea typeface="Microsoft YaHei UI"/>
                <a:cs typeface="Microsoft YaHei UI"/>
              </a:rPr>
              <a:t>导入与分类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928367-75B8-446B-8DC4-CF0F56B3B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714750"/>
            <a:ext cx="3714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24201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8B571F-37B9-44C9-B421-DBFE715D9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9243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rPr>
              <a:t>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D6873E-4261-4BEF-9387-AE8E65326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62400"/>
            <a:ext cx="2619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播放控制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5EF58F-0A67-4B33-806A-E653E1C8A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514850"/>
            <a:ext cx="257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D6A6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0">
                <a:solidFill>
                  <a:srgbClr val="6D6A66"/>
                </a:solidFill>
                <a:latin typeface="Microsoft YaHei UI"/>
                <a:ea typeface="Microsoft YaHei UI"/>
                <a:cs typeface="Microsoft YaHei UI"/>
              </a:rPr>
              <a:t>播放、暂停、切歌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B545CC-B0DB-462B-85E2-52D8F6D69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714750"/>
            <a:ext cx="3714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24201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7FC3E9-8CE2-4824-B8EB-D44DEB30D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8150" y="39243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rPr>
              <a:t>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84B8FA-BE51-4FFB-9FF6-7F6D48523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3962400"/>
            <a:ext cx="2619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搜索与喜欢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E4982E-0B65-41D0-8AAA-64A86574E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4514850"/>
            <a:ext cx="257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D6A6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0">
                <a:solidFill>
                  <a:srgbClr val="6D6A66"/>
                </a:solidFill>
                <a:latin typeface="Microsoft YaHei UI"/>
                <a:ea typeface="Microsoft YaHei UI"/>
                <a:cs typeface="Microsoft YaHei UI"/>
              </a:rPr>
              <a:t>关键词检索与收藏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439EBC-04CB-4FD8-B900-31977DA15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810250"/>
            <a:ext cx="3714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24201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84CF16-3BDF-4358-A722-E5EF6331B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60198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rPr>
              <a:t>▧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D94777-8668-423B-914A-939AE6643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057900"/>
            <a:ext cx="2619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歌词与封面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07E5AA-753A-4615-B6C6-6A81B286F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610350"/>
            <a:ext cx="257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D6A6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0">
                <a:solidFill>
                  <a:srgbClr val="6D6A66"/>
                </a:solidFill>
                <a:latin typeface="Microsoft YaHei UI"/>
                <a:ea typeface="Microsoft YaHei UI"/>
                <a:cs typeface="Microsoft YaHei UI"/>
              </a:rPr>
              <a:t>解析歌词，显示封面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6C19AC-8E7A-473F-9398-2668F1B2E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810250"/>
            <a:ext cx="3714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24201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C3B4A3-B97C-4FEF-8516-2F946D5E5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60198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rPr>
              <a:t>◷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6BD87F-C331-4C71-8A99-0828DEDA8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6057900"/>
            <a:ext cx="2619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最近播放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CD026E-5775-46B1-AC15-B0D9E35C8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6610350"/>
            <a:ext cx="257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D6A6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0">
                <a:solidFill>
                  <a:srgbClr val="6D6A66"/>
                </a:solidFill>
                <a:latin typeface="Microsoft YaHei UI"/>
                <a:ea typeface="Microsoft YaHei UI"/>
                <a:cs typeface="Microsoft YaHei UI"/>
              </a:rPr>
              <a:t>记录播放历史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F16C7AD-8E4A-4670-9F77-34B3AF14C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810250"/>
            <a:ext cx="3714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24201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01B49F7-708C-472C-8BBB-B28B272F0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8150" y="60198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rPr>
              <a:t>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1D1C08-82D9-4501-B1A6-8AE6D436F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6057900"/>
            <a:ext cx="2619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状态保存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1050C97-1E0D-4F90-BB32-D8D776267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6610350"/>
            <a:ext cx="257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D6A6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0">
                <a:solidFill>
                  <a:srgbClr val="6D6A66"/>
                </a:solidFill>
                <a:latin typeface="Microsoft YaHei UI"/>
                <a:ea typeface="Microsoft YaHei UI"/>
                <a:cs typeface="Microsoft YaHei UI"/>
              </a:rPr>
              <a:t>SharedPreferences 恢复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8C5FAEF-D54C-4893-998A-040878317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28875"/>
            <a:ext cx="409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C7BC"/>
          </a:solidFill>
          <a:ln xmlns:a="http://schemas.openxmlformats.org/drawingml/2006/main" w="0">
            <a:solidFill>
              <a:srgbClr val="F9C7BC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0396458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A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50CADB-6632-4BDB-8D57-3F9B1AB2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D"/>
          </a:solidFill>
          <a:ln xmlns:a="http://schemas.openxmlformats.org/drawingml/2006/main" w="0">
            <a:solidFill>
              <a:srgbClr val="FFF8E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CC0C50-581B-4A0A-84CA-2D03B11A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6953250"/>
            <a:ext cx="3143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750" b="1">
                <a:solidFill>
                  <a:srgbClr val="FFE4D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4750" b="1">
                <a:solidFill>
                  <a:srgbClr val="FFE4DC"/>
                </a:solidFill>
                <a:latin typeface="Microsoft YaHei UI"/>
                <a:ea typeface="Microsoft YaHei UI"/>
                <a:cs typeface="Microsoft YaHei UI"/>
              </a:rPr>
              <a:t>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E93CE4-ECB8-4439-BC16-5AB8C357E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38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026535-9091-4AE5-A9DD-18A9AF15A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590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移动软件设计课程大作业汇报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085BDE-E842-462C-9455-40D800AFB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0" y="45720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MusicPlayer3 汇报 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E0446E-950A-4C06-8CD2-3BE1F8987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6300"/>
            <a:ext cx="1725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01D"/>
          </a:solidFill>
          <a:ln xmlns:a="http://schemas.openxmlformats.org/drawingml/2006/main" w="0">
            <a:solidFill>
              <a:srgbClr val="24201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4D4B14-18A3-429E-8FA7-D2F231F0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7239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525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系统总体架构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906F60-0E39-4EE3-B7F4-8188ED058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2265" y="1809750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9C7B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150" b="1">
                <a:solidFill>
                  <a:srgbClr val="F9C7BC"/>
                </a:solidFill>
                <a:latin typeface="Microsoft YaHei UI"/>
                <a:ea typeface="Microsoft YaHei UI"/>
                <a:cs typeface="Microsoft YaHei UI"/>
              </a:rPr>
              <a:t>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7DE9EC-D836-4B14-8BAF-9D13F49D7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143250"/>
            <a:ext cx="11620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24201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24E7DD-5357-473C-8266-597C66661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37185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0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rPr>
              <a:t>UI层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F0A5F6-EED6-4B30-AE4A-4397AB50F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718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75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资料库页 / 搜索页 / 喜欢页 / 设置页 / 播放详情页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719D5C-A5D2-4C86-9600-E20BEEF9F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00500"/>
            <a:ext cx="476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0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rPr>
              <a:t>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1A110B-565F-4A93-8A95-1D537C118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429125"/>
            <a:ext cx="11620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D"/>
          </a:solidFill>
          <a:ln xmlns:a="http://schemas.openxmlformats.org/drawingml/2006/main" w="28575">
            <a:solidFill>
              <a:srgbClr val="24201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028FCD-11DF-473F-9C86-A8B094663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657725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0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rPr>
              <a:t>业务逻辑层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50B0B2-447D-426D-8229-8CEC0932E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657725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75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导入 / 播放 / 搜索 / 收藏 / 歌词 / 元数据解析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614721-795A-4D13-85BF-AF77FCCC6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286375"/>
            <a:ext cx="476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0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rPr>
              <a:t>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C70DC5-AEC8-4CE2-97FF-401D37309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715000"/>
            <a:ext cx="11620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24201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32DEAF-845E-46E4-8B99-2C8C98E6A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94360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0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rPr>
              <a:t>数据状态层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4D8349-58DE-4467-889E-E161BFF83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9436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75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Song / Playlist / favoriteUris / recentPlayedUris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CA8364-5D96-4703-865D-2FC3500E7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572250"/>
            <a:ext cx="476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0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rPr>
              <a:t>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CBB1E0-FEE9-4659-8DF9-C6231C5ED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7000875"/>
            <a:ext cx="11620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D"/>
          </a:solidFill>
          <a:ln xmlns:a="http://schemas.openxmlformats.org/drawingml/2006/main" w="28575">
            <a:solidFill>
              <a:srgbClr val="24201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C353B3-056E-4E6B-A632-412A9266B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7229475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0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rPr>
              <a:t>系统能力层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1B6C71-BB28-4DC0-B0C1-CB2885206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7229475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75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MediaPlayer / ACTION_OPEN_DOCUMENT / SharedPreferences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FCB87E-8C41-434C-9854-9CA8274B7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3619500"/>
            <a:ext cx="2095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2A2D"/>
          </a:solidFill>
          <a:ln xmlns:a="http://schemas.openxmlformats.org/drawingml/2006/main" w="0">
            <a:solidFill>
              <a:srgbClr val="2F2A2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0194CB-A505-46B2-9235-AD28A007C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1350" y="3848100"/>
            <a:ext cx="163830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6EF"/>
          </a:solidFill>
          <a:ln xmlns:a="http://schemas.openxmlformats.org/drawingml/2006/main" w="0">
            <a:solidFill>
              <a:srgbClr val="FBF6E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42A7E6-DB1D-42BB-ABF7-B4AE441C9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4171950"/>
            <a:ext cx="952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0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App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D3DFCF-8053-44CE-9204-0924FCA7C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4857750"/>
            <a:ext cx="95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D9C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2074CC-1B9F-4654-B4A3-0ECE10F92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0" y="506730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4DC"/>
          </a:solidFill>
          <a:ln xmlns:a="http://schemas.openxmlformats.org/drawingml/2006/main" w="0">
            <a:solidFill>
              <a:srgbClr val="FFE4D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5B5E92-7C47-48C6-8209-3CBEC6468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8100" y="5086350"/>
            <a:ext cx="381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0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rPr>
              <a:t>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DB258C-568F-4A17-BE84-D4265515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5019675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夜航星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2CB6AC3-5987-4C5C-8CE5-04738DE02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5362575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D6A6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6D6A66"/>
                </a:solidFill>
                <a:latin typeface="Microsoft YaHei UI"/>
                <a:ea typeface="Microsoft YaHei UI"/>
                <a:cs typeface="Microsoft YaHei UI"/>
              </a:rPr>
              <a:t>导入后即可播放</a:t>
            </a:r>
          </a:p>
        </p:txBody>
      </p:sp>
    </p:spTree>
    <p:extLst>
      <p:ext uri="{BB962C8B-B14F-4D97-AF65-F5344CB8AC3E}">
        <p14:creationId xmlns:p14="http://schemas.microsoft.com/office/powerpoint/2010/main" val="14039645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A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23E514-3ACA-420A-84ED-07C1362B6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D"/>
          </a:solidFill>
          <a:ln xmlns:a="http://schemas.openxmlformats.org/drawingml/2006/main" w="0">
            <a:solidFill>
              <a:srgbClr val="FFF8E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78F22C-2C82-487F-AD85-E1F4EF51D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6953250"/>
            <a:ext cx="3143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750" b="1">
                <a:solidFill>
                  <a:srgbClr val="FFE4D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4750" b="1">
                <a:solidFill>
                  <a:srgbClr val="FFE4DC"/>
                </a:solidFill>
                <a:latin typeface="Microsoft YaHei UI"/>
                <a:ea typeface="Microsoft YaHei UI"/>
                <a:cs typeface="Microsoft YaHei UI"/>
              </a:rPr>
              <a:t>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3A5160-37F3-4FA2-8D43-DC72C22F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38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F1E683-347F-4210-96E4-FD8F620E5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590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移动软件设计课程大作业汇报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2AC789-64CD-4B31-9089-29356D2DA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0" y="45720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MusicPlayer3 汇报 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F86461-4657-44AE-AF73-561637E92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6300"/>
            <a:ext cx="1725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01D"/>
          </a:solidFill>
          <a:ln xmlns:a="http://schemas.openxmlformats.org/drawingml/2006/main" w="0">
            <a:solidFill>
              <a:srgbClr val="24201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EEA142-9E85-4707-8B38-EE9FE4332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24000"/>
            <a:ext cx="685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525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数据结构设计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F7E3A0-9613-4154-AD4F-054276B06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2265" y="1714500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9C7B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150" b="1">
                <a:solidFill>
                  <a:srgbClr val="F9C7BC"/>
                </a:solidFill>
                <a:latin typeface="Microsoft YaHei UI"/>
                <a:ea typeface="Microsoft YaHei UI"/>
                <a:cs typeface="Microsoft YaHei UI"/>
              </a:rPr>
              <a:t>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253390-7CDA-4892-8210-62EA93C67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43250"/>
            <a:ext cx="49530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24201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98C52F-9274-409A-9315-CF8D30DD0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528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rPr>
              <a:t>♪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01ECB1-B27E-462E-A435-5B44BC71E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390900"/>
            <a:ext cx="385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Song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F7CEB3-E67E-400B-87A5-91240113C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943350"/>
            <a:ext cx="38100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D6A6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0">
                <a:solidFill>
                  <a:srgbClr val="6D6A66"/>
                </a:solidFill>
                <a:latin typeface="Microsoft YaHei UI"/>
                <a:ea typeface="Microsoft YaHei UI"/>
                <a:cs typeface="Microsoft YaHei UI"/>
              </a:rPr>
              <a:t>title、uri、fileName、artist、album、lyricsUri、coverUri、embeddedCoverUri、playCount、addedAt、lastPlayedAt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C657FC-82BD-441C-BB10-C64F3BB3B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43250"/>
            <a:ext cx="3905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24201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638AE7-BAFB-4FE2-B46E-191D76851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3528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rPr>
              <a:t>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30F4C7-D076-4CC9-A0A6-95A1B9978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390900"/>
            <a:ext cx="2809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Playlist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826A62-84D8-46F3-BE97-584A724E2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943350"/>
            <a:ext cx="27622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D6A6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0">
                <a:solidFill>
                  <a:srgbClr val="6D6A66"/>
                </a:solidFill>
                <a:latin typeface="Microsoft YaHei UI"/>
                <a:ea typeface="Microsoft YaHei UI"/>
                <a:cs typeface="Microsoft YaHei UI"/>
              </a:rPr>
              <a:t>name、songs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17071E-B531-4C33-BA54-A68E47E4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143250"/>
            <a:ext cx="53340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24201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B9859C-F6F0-47CF-86FA-92DF2F75D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33528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rPr>
              <a:t>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7D08B3-F5BE-46E7-BE97-72E4992AB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3390900"/>
            <a:ext cx="4238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集合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5FC2F4-B58B-4ECF-894C-DEC6BC67F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3943350"/>
            <a:ext cx="41910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D6A6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0">
                <a:solidFill>
                  <a:srgbClr val="6D6A66"/>
                </a:solidFill>
                <a:latin typeface="Microsoft YaHei UI"/>
                <a:ea typeface="Microsoft YaHei UI"/>
                <a:cs typeface="Microsoft YaHei UI"/>
              </a:rPr>
              <a:t>librarySongs、favoriteUris、recentPlayedUris、recentSearchQueries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62F07C-01D7-42AD-8B3B-7A9CFD987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6572250"/>
            <a:ext cx="5524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D6A6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950" b="0">
                <a:solidFill>
                  <a:srgbClr val="6D6A66"/>
                </a:solidFill>
                <a:latin typeface="Microsoft YaHei UI"/>
                <a:ea typeface="Microsoft YaHei UI"/>
                <a:cs typeface="Microsoft YaHei UI"/>
              </a:rPr>
              <a:t>Song 以 Uri 作为唯一标识，播放列表只保存引用，避免状态错乱。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581D55-9B0D-467F-A0E5-39878A529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53000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01D"/>
          </a:solidFill>
          <a:ln xmlns:a="http://schemas.openxmlformats.org/drawingml/2006/main" w="0">
            <a:solidFill>
              <a:srgbClr val="24201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5BEDA6-BFC3-4C97-B34F-F261435E8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953000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01D"/>
          </a:solidFill>
          <a:ln xmlns:a="http://schemas.openxmlformats.org/drawingml/2006/main" w="0">
            <a:solidFill>
              <a:srgbClr val="24201D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0396458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A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8538CB-9CFC-4C01-8E1C-506478EA3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D"/>
          </a:solidFill>
          <a:ln xmlns:a="http://schemas.openxmlformats.org/drawingml/2006/main" w="0">
            <a:solidFill>
              <a:srgbClr val="FFF8E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FE0F47-F17C-42AA-983D-521C9E63E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6953250"/>
            <a:ext cx="3143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750" b="1">
                <a:solidFill>
                  <a:srgbClr val="FFE4D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4750" b="1">
                <a:solidFill>
                  <a:srgbClr val="FFE4DC"/>
                </a:solidFill>
                <a:latin typeface="Microsoft YaHei UI"/>
                <a:ea typeface="Microsoft YaHei UI"/>
                <a:cs typeface="Microsoft YaHei UI"/>
              </a:rPr>
              <a:t>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A20C91-4B3F-4B3F-B889-4A7263679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38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D321D5-971C-49ED-A99B-CC9B31D00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590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移动软件设计课程大作业汇报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504B58-90D9-4289-A8F3-2282087A1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0" y="45720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MusicPlayer3 汇报 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5542B1-0747-498E-92A5-9AFE3818A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6300"/>
            <a:ext cx="1725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01D"/>
          </a:solidFill>
          <a:ln xmlns:a="http://schemas.openxmlformats.org/drawingml/2006/main" w="0">
            <a:solidFill>
              <a:srgbClr val="24201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7EB9F4-E716-4741-B9D7-2A03415B8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24000"/>
            <a:ext cx="7429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525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页面与交互设计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FA9968-A8A5-4972-A13E-D20ED21D9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2305" y="1714500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9C7B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150" b="1">
                <a:solidFill>
                  <a:srgbClr val="F9C7BC"/>
                </a:solidFill>
                <a:latin typeface="Microsoft YaHei UI"/>
                <a:ea typeface="Microsoft YaHei UI"/>
                <a:cs typeface="Microsoft YaHei UI"/>
              </a:rPr>
              <a:t>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76FD06-76EE-4678-8F56-DD92766BE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000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24201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057953-5B2F-4317-817F-EB608CF9B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195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rPr>
              <a:t>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522FDF-EB03-47D8-9152-0B0326A4E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057650"/>
            <a:ext cx="2905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四栏导航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0BE956-91A7-41C9-8350-0453EA2F6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61010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D6A6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0">
                <a:solidFill>
                  <a:srgbClr val="6D6A66"/>
                </a:solidFill>
                <a:latin typeface="Microsoft YaHei UI"/>
                <a:ea typeface="Microsoft YaHei UI"/>
                <a:cs typeface="Microsoft YaHei UI"/>
              </a:rPr>
              <a:t>资料库 / 搜索 / 喜欢 / 设置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9F33C5-F999-4D42-B550-95B9CBC6C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10250"/>
            <a:ext cx="4000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24201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FE88E3-ACFF-4E05-8DAE-24C216A90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60198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rPr>
              <a:t>♪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1B894A-7626-40DE-AF06-50B53CB12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6057900"/>
            <a:ext cx="2905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跨页面迷你播放器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5FB8FE-1EAA-4E8B-BC8A-11741D72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661035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D6A6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0">
                <a:solidFill>
                  <a:srgbClr val="6D6A66"/>
                </a:solidFill>
                <a:latin typeface="Microsoft YaHei UI"/>
                <a:ea typeface="Microsoft YaHei UI"/>
                <a:cs typeface="Microsoft YaHei UI"/>
              </a:rPr>
              <a:t>持续显示当前歌曲与控制入口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a275b154524980"/>
          <a:stretch xmlns:a="http://schemas.openxmlformats.org/drawingml/2006/main"/>
        </p:blipFill>
        <p:spPr>
          <a:xfrm xmlns:a="http://schemas.openxmlformats.org/drawingml/2006/main">
            <a:off x="6191250" y="2818249"/>
            <a:ext cx="2952750" cy="5126753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2054C4-713D-49FB-9AB4-FDE4FAF8E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38375"/>
            <a:ext cx="2952750" cy="628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201D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b699f12ad347c9"/>
          <a:stretch xmlns:a="http://schemas.openxmlformats.org/drawingml/2006/main"/>
        </p:blipFill>
        <p:spPr>
          <a:xfrm xmlns:a="http://schemas.openxmlformats.org/drawingml/2006/main">
            <a:off x="9684684" y="2238375"/>
            <a:ext cx="2823882" cy="628650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43E1FB-FF1A-4C1C-BF94-17E2308C1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238375"/>
            <a:ext cx="2952750" cy="628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201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CA0801-20A2-49EB-8AB3-5126F8945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4333875"/>
            <a:ext cx="3619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24201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5C56BC-E4BE-4A57-A8A3-A7BC625C7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45434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rPr>
              <a:t>▶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EAF761-F1DE-4384-B513-D1B7E236D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7950" y="4581525"/>
            <a:ext cx="2524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播放详情页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ADD314-5A55-43DD-B922-E7E46742B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7950" y="5133975"/>
            <a:ext cx="247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D6A6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0">
                <a:solidFill>
                  <a:srgbClr val="6D6A66"/>
                </a:solidFill>
                <a:latin typeface="Microsoft YaHei UI"/>
                <a:ea typeface="Microsoft YaHei UI"/>
                <a:cs typeface="Microsoft YaHei UI"/>
              </a:rPr>
              <a:t>封面、歌词、进度条与控制按钮集中呈现。</a:t>
            </a:r>
          </a:p>
        </p:txBody>
      </p:sp>
    </p:spTree>
    <p:extLst>
      <p:ext uri="{BB962C8B-B14F-4D97-AF65-F5344CB8AC3E}">
        <p14:creationId xmlns:p14="http://schemas.microsoft.com/office/powerpoint/2010/main" val="140396458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A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59A03F-3AFD-4846-9480-04F34A57F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D"/>
          </a:solidFill>
          <a:ln xmlns:a="http://schemas.openxmlformats.org/drawingml/2006/main" w="0">
            <a:solidFill>
              <a:srgbClr val="FFF8E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5D4312-8E56-4D45-945A-E6330E3FA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6953250"/>
            <a:ext cx="3143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750" b="1">
                <a:solidFill>
                  <a:srgbClr val="FFE4D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4750" b="1">
                <a:solidFill>
                  <a:srgbClr val="FFE4DC"/>
                </a:solidFill>
                <a:latin typeface="Microsoft YaHei UI"/>
                <a:ea typeface="Microsoft YaHei UI"/>
                <a:cs typeface="Microsoft YaHei UI"/>
              </a:rPr>
              <a:t>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F44C14-1992-4B63-9F2A-734D8B13C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38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242B36-D9BC-4A7B-A086-ABCFA2BCD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590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移动软件设计课程大作业汇报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EFDBC2-8E32-4264-8B39-BDDDDC9ED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0" y="45720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MusicPlayer3 汇报 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9A4C71-BA51-4550-9892-58F2AD1F8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6300"/>
            <a:ext cx="1725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01D"/>
          </a:solidFill>
          <a:ln xmlns:a="http://schemas.openxmlformats.org/drawingml/2006/main" w="0">
            <a:solidFill>
              <a:srgbClr val="24201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E60042-A1D7-4F56-9281-F2D1F8914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9048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480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音乐导入与元数据解析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0C9A5D-B0D3-4C67-99C5-FD9DACEE8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8105" y="1809750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9C7B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150" b="1">
                <a:solidFill>
                  <a:srgbClr val="F9C7BC"/>
                </a:solidFill>
                <a:latin typeface="Microsoft YaHei UI"/>
                <a:ea typeface="Microsoft YaHei UI"/>
                <a:cs typeface="Microsoft YaHei UI"/>
              </a:rPr>
              <a:t>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DBEBCB-5FBA-43EB-9CE4-818DB4F30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933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D6A6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0">
                <a:solidFill>
                  <a:srgbClr val="6D6A66"/>
                </a:solidFill>
                <a:latin typeface="Microsoft YaHei UI"/>
                <a:ea typeface="Microsoft YaHei UI"/>
                <a:cs typeface="Microsoft YaHei UI"/>
              </a:rPr>
              <a:t>通过系统文件选择器导入音频，同时解析媒体标签并建立资料库记录。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000019-06D3-4235-A025-4B514F75F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22860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24201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4D5A8B-82B3-4D89-BF60-410F4CD03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05400"/>
            <a:ext cx="38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57D79B-7A7E-429B-82B6-0143277E2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095875"/>
            <a:ext cx="1524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选择音频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D7F706-6341-4475-8841-3332CF9F8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86375"/>
            <a:ext cx="476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D6F0B1-2012-46D1-8EFE-8AAFAFC87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953000"/>
            <a:ext cx="22860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D"/>
          </a:solidFill>
          <a:ln xmlns:a="http://schemas.openxmlformats.org/drawingml/2006/main" w="19050">
            <a:solidFill>
              <a:srgbClr val="24201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B9A133-30EE-4D4D-887C-7AEB79A5C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105400"/>
            <a:ext cx="38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A2602A-2182-4320-9F7F-4AD787014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5095875"/>
            <a:ext cx="1524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保存 Uri 权限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87C5C3-4B61-4B10-895E-BF64D7D30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5286375"/>
            <a:ext cx="476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33431E-0A62-48FD-8646-0512270D9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53000"/>
            <a:ext cx="22860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24201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F35F0A-3545-4351-80A9-769053921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105400"/>
            <a:ext cx="38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7209BE-D8F2-45A0-BC41-F5D2DA0A8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095875"/>
            <a:ext cx="1524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解析标题/歌手/专辑/封面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A5FD47-9E0A-46D5-969C-9C6E547E2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286375"/>
            <a:ext cx="476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455AE8-BC32-4652-863C-8574DA8DB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953000"/>
            <a:ext cx="22860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D"/>
          </a:solidFill>
          <a:ln xmlns:a="http://schemas.openxmlformats.org/drawingml/2006/main" w="19050">
            <a:solidFill>
              <a:srgbClr val="24201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06DA67-B7DA-4CC7-A2D3-5C8AEDC6A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5105400"/>
            <a:ext cx="38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6BDEDE-AEB3-4F6F-AEC5-6717DA30C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5095875"/>
            <a:ext cx="1524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文件名兜底拆分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A133A7-E306-44CF-83E8-8FCC874E5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7175" y="5286375"/>
            <a:ext cx="476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9407A2-6913-467C-8580-24A42B197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4953000"/>
            <a:ext cx="22860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24201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E145D8-CCBC-4C80-96A2-77786D62C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5105400"/>
            <a:ext cx="38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47471F-7104-4061-8D47-13B393D29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4450" y="5095875"/>
            <a:ext cx="1524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创建 Song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FB934B-993C-44C8-890C-44B055C4A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7050" y="5286375"/>
            <a:ext cx="476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3347F4-1B1E-4D35-A5ED-EE8B862F2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1875" y="4953000"/>
            <a:ext cx="22860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D"/>
          </a:solidFill>
          <a:ln xmlns:a="http://schemas.openxmlformats.org/drawingml/2006/main" w="19050">
            <a:solidFill>
              <a:srgbClr val="24201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5C7F76-ACFA-44FF-9949-957877384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73325" y="5105400"/>
            <a:ext cx="38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rP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8165B9-4B48-4694-8C56-C3ED6021C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54325" y="5095875"/>
            <a:ext cx="1524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加入资料库和当前列表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5BA8C61-6A66-41D2-AD0D-655614F81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2000250"/>
            <a:ext cx="24765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2A2D"/>
          </a:solidFill>
          <a:ln xmlns:a="http://schemas.openxmlformats.org/drawingml/2006/main" w="0">
            <a:solidFill>
              <a:srgbClr val="2F2A2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847E21A-856F-4601-893D-3DDBC1871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7475" y="2228850"/>
            <a:ext cx="20193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6EF"/>
          </a:solidFill>
          <a:ln xmlns:a="http://schemas.openxmlformats.org/drawingml/2006/main" w="0">
            <a:solidFill>
              <a:srgbClr val="FBF6E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59C0CEE-02D5-46C0-8C6A-428E1068E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0375" y="2552700"/>
            <a:ext cx="1333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0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导入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A6D0D1B-DDC2-4532-B14F-1D96C7A58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0375" y="3238500"/>
            <a:ext cx="1333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D9C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F308451-E837-41B6-89C0-0B5830C90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20875" y="34480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4DC"/>
          </a:solidFill>
          <a:ln xmlns:a="http://schemas.openxmlformats.org/drawingml/2006/main" w="0">
            <a:solidFill>
              <a:srgbClr val="FFE4D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03A1F66-FD13-41A7-807A-4AD5C2888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54225" y="3467100"/>
            <a:ext cx="381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0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rPr>
              <a:t>♪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3943355-DC0A-40FA-8ED3-1AE8AEF98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87625" y="3400425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夜航星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A4C21A8-725B-4019-975A-BB1E8DF18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87625" y="3743325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D6A6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6D6A66"/>
                </a:solidFill>
                <a:latin typeface="Microsoft YaHei UI"/>
                <a:ea typeface="Microsoft YaHei UI"/>
                <a:cs typeface="Microsoft YaHei UI"/>
              </a:rPr>
              <a:t>导入后即可播放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722B738-00FE-45ED-8081-5B59B09EF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7239000"/>
            <a:ext cx="200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D"/>
          </a:solidFill>
          <a:ln xmlns:a="http://schemas.openxmlformats.org/drawingml/2006/main" w="19050">
            <a:solidFill>
              <a:srgbClr val="24201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61CDD94-43B3-4CB4-A457-DBE02DBCA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7334250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ACTION_OPEN_DOCUMENT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E52511E-A778-4C12-B29F-BF7764E5D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7239000"/>
            <a:ext cx="200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D"/>
          </a:solidFill>
          <a:ln xmlns:a="http://schemas.openxmlformats.org/drawingml/2006/main" w="19050">
            <a:solidFill>
              <a:srgbClr val="24201D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A885FF5-8D03-4FEB-BB71-3E2AF2A8C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7334250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MediaMetadataRetriever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877230F-EEB6-44FF-9986-D679DFEF0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7239000"/>
            <a:ext cx="200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D"/>
          </a:solidFill>
          <a:ln xmlns:a="http://schemas.openxmlformats.org/drawingml/2006/main" w="19050">
            <a:solidFill>
              <a:srgbClr val="24201D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B338130-C6B2-40CA-81A1-52CFE3C4D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7334250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ContentResolver Uri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FE50035-A56E-4735-87A0-33FA225F5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7239000"/>
            <a:ext cx="200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D"/>
          </a:solidFill>
          <a:ln xmlns:a="http://schemas.openxmlformats.org/drawingml/2006/main" w="19050">
            <a:solidFill>
              <a:srgbClr val="24201D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C706863-A9CA-4A11-83C8-F801D0ADC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5775" y="7334250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Song 对象</a:t>
            </a:r>
          </a:p>
        </p:txBody>
      </p:sp>
    </p:spTree>
    <p:extLst>
      <p:ext uri="{BB962C8B-B14F-4D97-AF65-F5344CB8AC3E}">
        <p14:creationId xmlns:p14="http://schemas.microsoft.com/office/powerpoint/2010/main" val="140396458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A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DE4CE8-9819-4A7A-9F49-527059F63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D"/>
          </a:solidFill>
          <a:ln xmlns:a="http://schemas.openxmlformats.org/drawingml/2006/main" w="0">
            <a:solidFill>
              <a:srgbClr val="FFF8E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F27175-77BD-4254-BBF2-1A772B43F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6953250"/>
            <a:ext cx="3143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750" b="1">
                <a:solidFill>
                  <a:srgbClr val="FFE4D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4750" b="1">
                <a:solidFill>
                  <a:srgbClr val="FFE4DC"/>
                </a:solidFill>
                <a:latin typeface="Microsoft YaHei UI"/>
                <a:ea typeface="Microsoft YaHei UI"/>
                <a:cs typeface="Microsoft YaHei UI"/>
              </a:rPr>
              <a:t>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0CA887-353A-417E-BB31-6A931D00C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38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B964C1-DB24-4940-8783-8E8AC1BF4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590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移动软件设计课程大作业汇报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1C8FB7-D680-4EA4-B257-AC0C7D5A2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0" y="45720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MusicPlayer3 汇报 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436220-CBEB-4EBF-A3E5-55E45EDC4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6300"/>
            <a:ext cx="1725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01D"/>
          </a:solidFill>
          <a:ln xmlns:a="http://schemas.openxmlformats.org/drawingml/2006/main" w="0">
            <a:solidFill>
              <a:srgbClr val="24201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B45A39-4B46-4A52-92F3-C79643E5C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8572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480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播放控制与播放模式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C25015-AC18-41C4-AE27-4AD575DA3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497" y="1809750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9C7B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150" b="1">
                <a:solidFill>
                  <a:srgbClr val="F9C7BC"/>
                </a:solidFill>
                <a:latin typeface="Microsoft YaHei UI"/>
                <a:ea typeface="Microsoft YaHei UI"/>
                <a:cs typeface="Microsoft YaHei UI"/>
              </a:rPr>
              <a:t>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C0916B-CDFF-4BCA-9232-7A1D67F6C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81375"/>
            <a:ext cx="4762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24201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4A0130-6C92-4D2C-ABAE-B4B14D6ED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909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rPr>
              <a:t>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B586D5-5A4F-4E63-B50B-705487B1F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629025"/>
            <a:ext cx="3667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核心播放控制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CD9697-0FCD-48BD-B0AE-F83158BE7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181475"/>
            <a:ext cx="36195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D6A6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0">
                <a:solidFill>
                  <a:srgbClr val="6D6A66"/>
                </a:solidFill>
                <a:latin typeface="Microsoft YaHei UI"/>
                <a:ea typeface="Microsoft YaHei UI"/>
                <a:cs typeface="Microsoft YaHei UI"/>
              </a:rPr>
              <a:t>MediaPlayer 创建、播放、暂停、停止、上一首、下一首、SeekBar 进度同步。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7A9C7D-7F21-46FE-A796-F4B33D44A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381375"/>
            <a:ext cx="4762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D"/>
          </a:solidFill>
          <a:ln xmlns:a="http://schemas.openxmlformats.org/drawingml/2006/main" w="28575">
            <a:solidFill>
              <a:srgbClr val="24201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D3145E-D365-43D7-8BD9-4CC2A8A57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71475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播放面板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302473-3D36-4472-A55F-1F6998EF1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81500"/>
            <a:ext cx="342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30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◀   ▶ / ❚❚   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AA706E-E060-41A7-93CD-B0FB0A749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286375"/>
            <a:ext cx="3429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52"/>
          </a:solidFill>
          <a:ln xmlns:a="http://schemas.openxmlformats.org/drawingml/2006/main" w="0">
            <a:solidFill>
              <a:srgbClr val="F05A5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9A0167-1CA1-4796-974F-66D5A6927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1125" y="3381375"/>
            <a:ext cx="3810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24201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9279B4-0B39-43CE-BF93-B867A440F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58775" y="35909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rPr>
              <a:t>↻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29CD85-A35B-4DCA-9848-FF0EA3E20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9325" y="3629025"/>
            <a:ext cx="2714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播放模式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CADB68-3C4F-48DF-92F4-6D3905E20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9325" y="4181475"/>
            <a:ext cx="26670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D6A6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0">
                <a:solidFill>
                  <a:srgbClr val="6D6A66"/>
                </a:solidFill>
                <a:latin typeface="Microsoft YaHei UI"/>
                <a:ea typeface="Microsoft YaHei UI"/>
                <a:cs typeface="Microsoft YaHei UI"/>
              </a:rPr>
              <a:t>顺序循环 / 单曲循环 / 随机播放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63AB33-CC86-47A0-8278-0D6F0D1C9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72390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24201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B0A587-573F-48C0-B6BF-C6D29AB09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739140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create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BD607F-A4BD-43DB-9B0F-932AB9728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7334250"/>
            <a:ext cx="57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95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E62676-9D73-41A2-B9FE-B3812EF38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72390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24201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4B0AF1-0EC3-4A7B-A8DF-A318ECC0C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739140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prepare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343B02-A159-40DA-8A3D-30E4DA27B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7334250"/>
            <a:ext cx="57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95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C08CC4-6452-435B-93DF-81D276E8F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72390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24201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64399A-5C5C-4F21-ADF9-BD26DA269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739140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start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8855BB-1327-413D-89E3-A6AEA1EE4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7334250"/>
            <a:ext cx="57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95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A0A281-7A15-47DF-8C90-A2F48BE71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72390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24201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2222C4-5405-440A-88A5-E649087E1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739140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pause/stop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03C7671-AFC5-4A78-B61F-601363B9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7334250"/>
            <a:ext cx="57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95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rPr>
              <a:t>→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F757B19-8194-49BB-9E0F-F4B084C03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7375" y="72390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24201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912554F-198C-48B5-B551-A0E856937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739140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release</a:t>
            </a:r>
          </a:p>
        </p:txBody>
      </p:sp>
    </p:spTree>
    <p:extLst>
      <p:ext uri="{BB962C8B-B14F-4D97-AF65-F5344CB8AC3E}">
        <p14:creationId xmlns:p14="http://schemas.microsoft.com/office/powerpoint/2010/main" val="140396458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A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21A41B-E480-44E1-BBDA-DD4C74AD9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D"/>
          </a:solidFill>
          <a:ln xmlns:a="http://schemas.openxmlformats.org/drawingml/2006/main" w="0">
            <a:solidFill>
              <a:srgbClr val="FFF8E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503C7D-72AB-4069-AE80-FADFDBB9E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6953250"/>
            <a:ext cx="3143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750" b="1">
                <a:solidFill>
                  <a:srgbClr val="FFE4D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4750" b="1">
                <a:solidFill>
                  <a:srgbClr val="FFE4DC"/>
                </a:solidFill>
                <a:latin typeface="Microsoft YaHei UI"/>
                <a:ea typeface="Microsoft YaHei UI"/>
                <a:cs typeface="Microsoft YaHei UI"/>
              </a:rPr>
              <a:t>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E496A3-7078-4CB0-8DE6-8D172FF1D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38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DF2BD8-8072-437D-BFA2-9CE1F82DD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590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移动软件设计课程大作业汇报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A990FC-2293-45BF-B381-102D15CA0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0" y="45720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MusicPlayer3 汇报 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FDA831-18D9-4FB6-8424-60FF96B9A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6300"/>
            <a:ext cx="1725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01D"/>
          </a:solidFill>
          <a:ln xmlns:a="http://schemas.openxmlformats.org/drawingml/2006/main" w="0">
            <a:solidFill>
              <a:srgbClr val="24201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1CA2F4-07CD-4910-A9F5-D12842E4C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8572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480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搜索、喜欢与最近播放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8C7FE5-E424-421A-A768-BB8F058F8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8105" y="1809750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9C7B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150" b="1">
                <a:solidFill>
                  <a:srgbClr val="F9C7BC"/>
                </a:solidFill>
                <a:latin typeface="Microsoft YaHei UI"/>
                <a:ea typeface="Microsoft YaHei UI"/>
                <a:cs typeface="Microsoft YaHei UI"/>
              </a:rPr>
              <a:t>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684E18-32BF-4EF8-A79D-21032FD1A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81375"/>
            <a:ext cx="476250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24201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A0A23F-AA73-49DC-9B3C-1BB5AE3AD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909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rPr>
              <a:t>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E691CE-2980-48E2-99C9-61E66E543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629025"/>
            <a:ext cx="3667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搜索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5D23C6-D29E-40CA-B2C1-E2C15E3B5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181475"/>
            <a:ext cx="3619500" cy="2124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D6A6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0">
                <a:solidFill>
                  <a:srgbClr val="6D6A66"/>
                </a:solidFill>
                <a:latin typeface="Microsoft YaHei UI"/>
                <a:ea typeface="Microsoft YaHei UI"/>
                <a:cs typeface="Microsoft YaHei UI"/>
              </a:rPr>
              <a:t>匹配 title / fileName / artist / album，并保存最近搜索关键词。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9E9647-B7D2-4BB2-81A1-41A7B4DC5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81375"/>
            <a:ext cx="476250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24201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2F7C6A-D1EA-46F5-8447-E0973856D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5909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rPr>
              <a:t>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A1CE00-337D-4C9A-AECA-69077D38F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629025"/>
            <a:ext cx="3667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喜欢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FC70AE-6266-48DC-90C5-92E8F3FBE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181475"/>
            <a:ext cx="3619500" cy="2124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D6A6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0">
                <a:solidFill>
                  <a:srgbClr val="6D6A66"/>
                </a:solidFill>
                <a:latin typeface="Microsoft YaHei UI"/>
                <a:ea typeface="Microsoft YaHei UI"/>
                <a:cs typeface="Microsoft YaHei UI"/>
              </a:rPr>
              <a:t>favoriteUris 使用歌曲 Uri 保存收藏状态，播放页与喜欢页同步刷新。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C27375-3CA3-4245-B4CD-34A979E54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3381375"/>
            <a:ext cx="476250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24201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CE7970-CBAE-41C8-9C7A-19CBD88AF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0" y="35909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rPr>
              <a:t>◷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1C4DC7-DC7D-4FAE-9253-04BD434CA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700" y="3629025"/>
            <a:ext cx="3667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最近播放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431483-5500-44F4-BEB9-2B0E8796B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700" y="4181475"/>
            <a:ext cx="3619500" cy="2124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D6A6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0">
                <a:solidFill>
                  <a:srgbClr val="6D6A66"/>
                </a:solidFill>
                <a:latin typeface="Microsoft YaHei UI"/>
                <a:ea typeface="Microsoft YaHei UI"/>
                <a:cs typeface="Microsoft YaHei UI"/>
              </a:rPr>
              <a:t>真正开始播放时记录，去重、插入首位并限制数量。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5DBF4C-0566-4AF9-B8C6-A7FDB627B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7429500"/>
            <a:ext cx="1181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01D"/>
          </a:solidFill>
          <a:ln xmlns:a="http://schemas.openxmlformats.org/drawingml/2006/main" w="0">
            <a:solidFill>
              <a:srgbClr val="24201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C23683-CB6F-48E6-BA38-F2EFE3D7C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81050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Song Uri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9E0449-5730-42ED-A31D-999DA7ADB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781050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rPr>
              <a:t>→ favoriteUris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BE4DCC-39BD-443E-AC56-40E59755A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7810500"/>
            <a:ext cx="304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rPr>
              <a:t>→ recentPlayedUris</a:t>
            </a:r>
          </a:p>
        </p:txBody>
      </p:sp>
    </p:spTree>
    <p:extLst>
      <p:ext uri="{BB962C8B-B14F-4D97-AF65-F5344CB8AC3E}">
        <p14:creationId xmlns:p14="http://schemas.microsoft.com/office/powerpoint/2010/main" val="140396458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A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EA5AC3-8EDF-437C-B5AB-28C9D5E39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D"/>
          </a:solidFill>
          <a:ln xmlns:a="http://schemas.openxmlformats.org/drawingml/2006/main" w="0">
            <a:solidFill>
              <a:srgbClr val="FFF8E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CE6A15-0D6A-4919-AA14-70489055A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6953250"/>
            <a:ext cx="3143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750" b="1">
                <a:solidFill>
                  <a:srgbClr val="FFE4D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4750" b="1">
                <a:solidFill>
                  <a:srgbClr val="FFE4DC"/>
                </a:solidFill>
                <a:latin typeface="Microsoft YaHei UI"/>
                <a:ea typeface="Microsoft YaHei UI"/>
                <a:cs typeface="Microsoft YaHei UI"/>
              </a:rPr>
              <a:t>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BEE7BE-5FFF-4F18-8FC6-09C4F3768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38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C7768C-D267-42D0-8EBD-235DFA965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590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移动软件设计课程大作业汇报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7AC763-792C-4DE1-A53B-4EB3A27BE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0" y="45720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MusicPlayer3 汇报 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3A043B-918A-494F-A0E6-F14A04221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6300"/>
            <a:ext cx="1725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01D"/>
          </a:solidFill>
          <a:ln xmlns:a="http://schemas.openxmlformats.org/drawingml/2006/main" w="0">
            <a:solidFill>
              <a:srgbClr val="24201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5E8B04-40C3-48EE-BC1E-54623B43A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8858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480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歌词、封面与播放体验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2994BB-A25E-4A23-85EF-8A0BB2DEA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8105" y="1809750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9C7B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150" b="1">
                <a:solidFill>
                  <a:srgbClr val="F9C7BC"/>
                </a:solidFill>
                <a:latin typeface="Microsoft YaHei UI"/>
                <a:ea typeface="Microsoft YaHei UI"/>
                <a:cs typeface="Microsoft YaHei UI"/>
              </a:rPr>
              <a:t>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FE2477-A5AC-4FCF-A308-D1364EA9A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33750"/>
            <a:ext cx="4476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24201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8ED993-D109-4D0D-8E4A-3226FA831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433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rPr>
              <a:t>[]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E81B9A-A7F6-4E44-88A5-E840E2979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581400"/>
            <a:ext cx="3381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LRC 歌词解析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36B430-3082-4866-B3B3-2D19D5D65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133850"/>
            <a:ext cx="33337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D6A6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0">
                <a:solidFill>
                  <a:srgbClr val="6D6A66"/>
                </a:solidFill>
                <a:latin typeface="Microsoft YaHei UI"/>
                <a:ea typeface="Microsoft YaHei UI"/>
                <a:cs typeface="Microsoft YaHei UI"/>
              </a:rPr>
              <a:t>通过正则表达式解析时间标签。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F58E33-8A88-4381-B1DE-279876AFC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19750"/>
            <a:ext cx="4476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24201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28E0DA-DA53-4769-B9D6-28CBA4689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8293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rPr>
              <a:t>TXT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799282-0585-492D-89CB-688DFF667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867400"/>
            <a:ext cx="3381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TXT 歌词兜底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0DDFEC-04E1-46B9-93E7-76870BAFB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6419850"/>
            <a:ext cx="33337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D6A6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0">
                <a:solidFill>
                  <a:srgbClr val="6D6A66"/>
                </a:solidFill>
                <a:latin typeface="Microsoft YaHei UI"/>
                <a:ea typeface="Microsoft YaHei UI"/>
                <a:cs typeface="Microsoft YaHei UI"/>
              </a:rPr>
              <a:t>按行读取并生成默认时间。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7B761B-BF59-4FDD-9D1A-DE7EB8E0E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33750"/>
            <a:ext cx="4572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24201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760DBB-36C0-47D4-810E-F1EE31FA3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5433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rPr>
              <a:t>▧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B050A5-1228-46DC-A67B-EB1B3CDEF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581400"/>
            <a:ext cx="3476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封面优先级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3A29AF-F21D-4A57-A9C4-700F64693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133850"/>
            <a:ext cx="342900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D6A6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0">
                <a:solidFill>
                  <a:srgbClr val="6D6A66"/>
                </a:solidFill>
                <a:latin typeface="Microsoft YaHei UI"/>
                <a:ea typeface="Microsoft YaHei UI"/>
                <a:cs typeface="Microsoft YaHei UI"/>
              </a:rPr>
              <a:t>手动封面 &gt; 内嵌封面 &gt; 默认封面</a:t>
            </a:r>
          </a:p>
          <a:p xmlns:a="http://schemas.openxmlformats.org/drawingml/2006/main">
            <a:pPr algn="l">
              <a:defRPr sz="1575" b="0">
                <a:solidFill>
                  <a:srgbClr val="6D6A6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0">
                <a:solidFill>
                  <a:srgbClr val="6D6A66"/>
                </a:solidFill>
                <a:latin typeface="Microsoft YaHei UI"/>
                <a:ea typeface="Microsoft YaHei UI"/>
                <a:cs typeface="Microsoft YaHei UI"/>
              </a:rPr>
              <a:t>列表、迷你播放器和播放页统一圆角显示。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68fea12b994c90"/>
          <a:stretch xmlns:a="http://schemas.openxmlformats.org/drawingml/2006/main"/>
        </p:blipFill>
        <p:spPr>
          <a:xfrm xmlns:a="http://schemas.openxmlformats.org/drawingml/2006/main">
            <a:off x="12277827" y="2381250"/>
            <a:ext cx="2781096" cy="619125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562CDD-557F-4BC5-93C6-F97BABB3B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2381250"/>
            <a:ext cx="3333750" cy="619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201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5F0343-686A-4B70-B47E-891B4DD07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7762875"/>
            <a:ext cx="533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D6A6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950" b="0">
                <a:solidFill>
                  <a:srgbClr val="6D6A66"/>
                </a:solidFill>
                <a:latin typeface="Microsoft YaHei UI"/>
                <a:ea typeface="Microsoft YaHei UI"/>
                <a:cs typeface="Microsoft YaHei UI"/>
              </a:rPr>
              <a:t>歌词随播放进度切换，并加入轻量淡入上滑动画。</a:t>
            </a:r>
          </a:p>
        </p:txBody>
      </p:sp>
    </p:spTree>
    <p:extLst>
      <p:ext uri="{BB962C8B-B14F-4D97-AF65-F5344CB8AC3E}">
        <p14:creationId xmlns:p14="http://schemas.microsoft.com/office/powerpoint/2010/main" val="140396458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A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172E4A-D9F9-4A3E-88BF-D2729399F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D"/>
          </a:solidFill>
          <a:ln xmlns:a="http://schemas.openxmlformats.org/drawingml/2006/main" w="0">
            <a:solidFill>
              <a:srgbClr val="FFF8E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F155DE-660B-4D32-9379-D69CF27B4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6953250"/>
            <a:ext cx="3143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750" b="1">
                <a:solidFill>
                  <a:srgbClr val="FFE4D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4750" b="1">
                <a:solidFill>
                  <a:srgbClr val="FFE4DC"/>
                </a:solidFill>
                <a:latin typeface="Microsoft YaHei UI"/>
                <a:ea typeface="Microsoft YaHei UI"/>
                <a:cs typeface="Microsoft YaHei UI"/>
              </a:rPr>
              <a:t>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6B120E-CAE6-49A2-80CD-549BA4746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38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FB9E83-03D8-4ACE-B89B-F5B8DA101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590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移动软件设计课程大作业汇报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6EE6BC-F98A-4A67-B95D-061C7E412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0" y="45720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MusicPlayer3 汇报 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9B2E61-E345-42F7-BD96-F26075422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6300"/>
            <a:ext cx="1725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01D"/>
          </a:solidFill>
          <a:ln xmlns:a="http://schemas.openxmlformats.org/drawingml/2006/main" w="0">
            <a:solidFill>
              <a:srgbClr val="24201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684080-C74E-435B-81BA-F911483F2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7429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525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状态保存与恢复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B4AC50-752F-4BE1-9BED-D69CF45DA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2305" y="1809750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9C7B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150" b="1">
                <a:solidFill>
                  <a:srgbClr val="F9C7BC"/>
                </a:solidFill>
                <a:latin typeface="Microsoft YaHei UI"/>
                <a:ea typeface="Microsoft YaHei UI"/>
                <a:cs typeface="Microsoft YaHei UI"/>
              </a:rPr>
              <a:t>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10F5A0-3B53-44CE-8F5C-A698F2DF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81375"/>
            <a:ext cx="4000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24201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DF7518-37E7-417E-AD68-82BF63105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5909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rPr>
              <a:t>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407AEE-D7A7-4E4C-A5CA-47652B0A8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3629025"/>
            <a:ext cx="2905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保存内容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094DD9-FA6B-4279-A58C-FA7A5523E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4181475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D6A6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0">
                <a:solidFill>
                  <a:srgbClr val="6D6A66"/>
                </a:solidFill>
                <a:latin typeface="Microsoft YaHei UI"/>
                <a:ea typeface="Microsoft YaHei UI"/>
                <a:cs typeface="Microsoft YaHei UI"/>
              </a:rPr>
              <a:t>资料库、播放列表、收藏、最近播放、搜索历史、播放模式、主题、歌曲媒体信息。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DD72CC-8398-4FEB-886A-01EDF8C08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00500"/>
            <a:ext cx="2476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D"/>
          </a:solidFill>
          <a:ln xmlns:a="http://schemas.openxmlformats.org/drawingml/2006/main" w="28575">
            <a:solidFill>
              <a:srgbClr val="24201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D0EBC8-F08E-498E-8D85-7CA01DE01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286250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0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对象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628DD0-3AC0-441E-BAEB-A2BF76018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86250"/>
            <a:ext cx="57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80C73B-F5B1-41AC-9BDE-66A1BDA3C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000500"/>
            <a:ext cx="2476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24201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67AE00-B804-475B-BA5D-F61F857DF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4286250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0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JSON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30E067-84B3-4B8F-8796-6835702FD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875" y="4286250"/>
            <a:ext cx="57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836272-423D-4D4C-B23B-F617BAF7C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4000500"/>
            <a:ext cx="3429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D"/>
          </a:solidFill>
          <a:ln xmlns:a="http://schemas.openxmlformats.org/drawingml/2006/main" w="28575">
            <a:solidFill>
              <a:srgbClr val="24201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3354D7-123B-47D9-8418-B568AC80F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428625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75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SharedPreferences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A130B2-BE30-4DB2-91FB-1FE5E90FF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524625"/>
            <a:ext cx="4000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24201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7EDB17-3583-4771-82EA-A5C8B491C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67341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rPr>
              <a:t>↻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AC4F24-1E76-4F32-B394-4292E153B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6772275"/>
            <a:ext cx="2905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恢复方式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32AA62-4BA5-4084-ADFC-3BD024800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7324725"/>
            <a:ext cx="2857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D6A6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0">
                <a:solidFill>
                  <a:srgbClr val="6D6A66"/>
                </a:solidFill>
                <a:latin typeface="Microsoft YaHei UI"/>
                <a:ea typeface="Microsoft YaHei UI"/>
                <a:cs typeface="Microsoft YaHei UI"/>
              </a:rPr>
              <a:t>读取 JSON，重建 Song / Playlist / favoriteUris 等对象后刷新界面。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8C9BE5-9978-4788-95BE-4E72BB55F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715125"/>
            <a:ext cx="809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75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应用重启后仍可恢复播放列表、收藏、最近播放与界面状态。</a:t>
            </a:r>
          </a:p>
        </p:txBody>
      </p:sp>
    </p:spTree>
    <p:extLst>
      <p:ext uri="{BB962C8B-B14F-4D97-AF65-F5344CB8AC3E}">
        <p14:creationId xmlns:p14="http://schemas.microsoft.com/office/powerpoint/2010/main" val="140396458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A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EC15C38-2B28-4C91-857F-80E543494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D"/>
          </a:solidFill>
          <a:ln xmlns:a="http://schemas.openxmlformats.org/drawingml/2006/main" w="0">
            <a:solidFill>
              <a:srgbClr val="FFF8E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20125C-ABB3-4BC6-B347-45765590A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6953250"/>
            <a:ext cx="3143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750" b="1">
                <a:solidFill>
                  <a:srgbClr val="FFE4D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4750" b="1">
                <a:solidFill>
                  <a:srgbClr val="FFE4DC"/>
                </a:solidFill>
                <a:latin typeface="Microsoft YaHei UI"/>
                <a:ea typeface="Microsoft YaHei UI"/>
                <a:cs typeface="Microsoft YaHei UI"/>
              </a:rPr>
              <a:t>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93CE01-9FE9-493F-97B5-6D25F0EE4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38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07CC99-4CF9-413B-8224-984A6E579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590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移动软件设计课程大作业汇报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6122BF-B2D8-4A16-A5D8-5663C7BC7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0" y="45720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MusicPlayer3 汇报 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F384D3-E8BF-4095-9542-6B4BFC8C6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6300"/>
            <a:ext cx="1725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01D"/>
          </a:solidFill>
          <a:ln xmlns:a="http://schemas.openxmlformats.org/drawingml/2006/main" w="0">
            <a:solidFill>
              <a:srgbClr val="24201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6D342B-95E5-455D-ACD2-76E54C4A3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24000"/>
            <a:ext cx="7239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525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运行结果与测试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C23D01-682D-4DC9-94F9-F47375A13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2305" y="1714500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9C7B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150" b="1">
                <a:solidFill>
                  <a:srgbClr val="F9C7BC"/>
                </a:solidFill>
                <a:latin typeface="Microsoft YaHei UI"/>
                <a:ea typeface="Microsoft YaHei UI"/>
                <a:cs typeface="Microsoft YaHei UI"/>
              </a:rPr>
              <a:t>✽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2bc2e4fb4943b6"/>
          <a:stretch xmlns:a="http://schemas.openxmlformats.org/drawingml/2006/main"/>
        </p:blipFill>
        <p:spPr>
          <a:xfrm xmlns:a="http://schemas.openxmlformats.org/drawingml/2006/main">
            <a:off x="1326444" y="2952750"/>
            <a:ext cx="2109611" cy="43815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BACBD7-3E11-4F05-B18C-E6C3109D6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2476500" cy="438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201D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bf572ab99742ae"/>
          <a:stretch xmlns:a="http://schemas.openxmlformats.org/drawingml/2006/main"/>
        </p:blipFill>
        <p:spPr>
          <a:xfrm xmlns:a="http://schemas.openxmlformats.org/drawingml/2006/main">
            <a:off x="4279194" y="2952750"/>
            <a:ext cx="2109611" cy="43815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43F0D1-C57D-40A1-9D5D-13CE0B087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52750"/>
            <a:ext cx="2476500" cy="438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201D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3044af90d54ace"/>
          <a:stretch xmlns:a="http://schemas.openxmlformats.org/drawingml/2006/main"/>
        </p:blipFill>
        <p:spPr>
          <a:xfrm xmlns:a="http://schemas.openxmlformats.org/drawingml/2006/main">
            <a:off x="7231944" y="2952750"/>
            <a:ext cx="2109611" cy="43815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550DCB-7136-42B6-9B46-9570A39BD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952750"/>
            <a:ext cx="2476500" cy="438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201D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59c44322d346bd"/>
          <a:stretch xmlns:a="http://schemas.openxmlformats.org/drawingml/2006/main"/>
        </p:blipFill>
        <p:spPr>
          <a:xfrm xmlns:a="http://schemas.openxmlformats.org/drawingml/2006/main">
            <a:off x="10184694" y="2952750"/>
            <a:ext cx="2109611" cy="43815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C48BF5-EF52-4E54-B580-2982EAD7D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952750"/>
            <a:ext cx="2476500" cy="438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201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1B6D37-797F-4AEE-B6FF-B5DF41C05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3000375"/>
            <a:ext cx="3619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24201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3AACEA-089A-4EAD-BCDC-26991DCFC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32099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rPr>
              <a:t>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BA1D72-247E-401A-A46B-9EC054019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3248025"/>
            <a:ext cx="2524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测试点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4ECAD4-08E3-4924-8BF7-7DC1E9E6E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3800475"/>
            <a:ext cx="24765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D6A6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0">
                <a:solidFill>
                  <a:srgbClr val="6D6A66"/>
                </a:solidFill>
                <a:latin typeface="Microsoft YaHei UI"/>
                <a:ea typeface="Microsoft YaHei UI"/>
                <a:cs typeface="Microsoft YaHei UI"/>
              </a:rPr>
              <a:t>启动正常、导入成功、播放正常、搜索可用、收藏同步、歌词显示、状态恢复。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18DDD0-1092-408F-ABEC-42B23CB4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6524625"/>
            <a:ext cx="3238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FF0"/>
          </a:solidFill>
          <a:ln xmlns:a="http://schemas.openxmlformats.org/drawingml/2006/main" w="28575">
            <a:solidFill>
              <a:srgbClr val="43A77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979DE0-704F-4AE8-8AE4-91F4AC2ED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6715125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43A77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75" b="1">
                <a:solidFill>
                  <a:srgbClr val="43A779"/>
                </a:solidFill>
                <a:latin typeface="Microsoft YaHei UI"/>
                <a:ea typeface="Microsoft YaHei UI"/>
                <a:cs typeface="Microsoft YaHei UI"/>
              </a:rPr>
              <a:t>BUILD SUCCESSFUL</a:t>
            </a:r>
          </a:p>
        </p:txBody>
      </p:sp>
    </p:spTree>
    <p:extLst>
      <p:ext uri="{BB962C8B-B14F-4D97-AF65-F5344CB8AC3E}">
        <p14:creationId xmlns:p14="http://schemas.microsoft.com/office/powerpoint/2010/main" val="140396458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A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0C410F-5BE6-4574-A4E1-372DC5927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D"/>
          </a:solidFill>
          <a:ln xmlns:a="http://schemas.openxmlformats.org/drawingml/2006/main" w="0">
            <a:solidFill>
              <a:srgbClr val="FFF8E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390FE8-8C9A-49DC-A84A-76A215B5E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6953250"/>
            <a:ext cx="3143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750" b="1">
                <a:solidFill>
                  <a:srgbClr val="FFE4D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4750" b="1">
                <a:solidFill>
                  <a:srgbClr val="FFE4DC"/>
                </a:solidFill>
                <a:latin typeface="Microsoft YaHei UI"/>
                <a:ea typeface="Microsoft YaHei UI"/>
                <a:cs typeface="Microsoft YaHei UI"/>
              </a:rPr>
              <a:t>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B3C241-099D-4AEF-94FD-73F120D9D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38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FA085D-021D-49FC-803B-507202FAD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590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移动软件设计课程大作业汇报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61EE1D-C18A-4D63-B6A1-7FE34F20C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0" y="45720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MusicPlayer3 汇报 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EF7507-3C15-4D69-9F8C-738540074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6300"/>
            <a:ext cx="1725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01D"/>
          </a:solidFill>
          <a:ln xmlns:a="http://schemas.openxmlformats.org/drawingml/2006/main" w="0">
            <a:solidFill>
              <a:srgbClr val="24201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95020E-4457-4AF3-BC83-E3F191963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7239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525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总结与展望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BDD63B-5A69-4B14-8DB5-67BCE7531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1809750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9C7B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150" b="1">
                <a:solidFill>
                  <a:srgbClr val="F9C7BC"/>
                </a:solidFill>
                <a:latin typeface="Microsoft YaHei UI"/>
                <a:ea typeface="Microsoft YaHei UI"/>
                <a:cs typeface="Microsoft YaHei UI"/>
              </a:rPr>
              <a:t>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337B41-66FE-4955-905B-18F6C8E3F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19500"/>
            <a:ext cx="6858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24201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B0D011-D17D-4823-ABCA-560FBF569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8290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rPr>
              <a:t>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64579F-E2AC-4990-9944-B6973C953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867150"/>
            <a:ext cx="576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总结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598A7B-F25A-4998-953E-8397E5B68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419600"/>
            <a:ext cx="5715000" cy="2838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D6A6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0">
                <a:solidFill>
                  <a:srgbClr val="6D6A66"/>
                </a:solidFill>
                <a:latin typeface="Microsoft YaHei UI"/>
                <a:ea typeface="Microsoft YaHei UI"/>
                <a:cs typeface="Microsoft YaHei UI"/>
              </a:rPr>
              <a:t>完成本地音乐播放器主要功能闭环；实现文件导入、播放控制、资源管理和状态恢复；界面结构清晰，支持多页面联动。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DC1ADF-0532-49D6-A84D-49CCF5A60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19500"/>
            <a:ext cx="6858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24201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58C23F-CC57-4D5A-8AAA-7B871DEB9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8290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rPr>
              <a:t>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5A7E44-483B-4945-B6CF-3557E7902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867150"/>
            <a:ext cx="576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展望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D7031A-5572-4C49-A7A8-90B686F6E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419600"/>
            <a:ext cx="5715000" cy="2838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D6A6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0">
                <a:solidFill>
                  <a:srgbClr val="6D6A66"/>
                </a:solidFill>
                <a:latin typeface="Microsoft YaHei UI"/>
                <a:ea typeface="Microsoft YaHei UI"/>
                <a:cs typeface="Microsoft YaHei UI"/>
              </a:rPr>
              <a:t>后台播放服务；通知栏控制；音频焦点管理；Room 数据库；更完整媒体标签读取；多主题方案。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4BB9E4-8FDD-4CAD-BFFE-5FCA7EB2E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857500"/>
            <a:ext cx="571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C7BC"/>
          </a:solidFill>
          <a:ln xmlns:a="http://schemas.openxmlformats.org/drawingml/2006/main" w="0">
            <a:solidFill>
              <a:srgbClr val="F9C7B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52709C-F7FD-4AEF-AC6A-1AF996683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2286000"/>
            <a:ext cx="1333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F9C7B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5850" b="1">
                <a:solidFill>
                  <a:srgbClr val="F9C7BC"/>
                </a:solidFill>
                <a:latin typeface="Microsoft YaHei UI"/>
                <a:ea typeface="Microsoft YaHei UI"/>
                <a:cs typeface="Microsoft YaHei UI"/>
              </a:rPr>
              <a:t>↗</a:t>
            </a:r>
          </a:p>
        </p:txBody>
      </p:sp>
    </p:spTree>
    <p:extLst>
      <p:ext uri="{BB962C8B-B14F-4D97-AF65-F5344CB8AC3E}">
        <p14:creationId xmlns:p14="http://schemas.microsoft.com/office/powerpoint/2010/main" val="140396458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A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9AC3F4-C613-4A19-AA80-423E0523B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D"/>
          </a:solidFill>
          <a:ln xmlns:a="http://schemas.openxmlformats.org/drawingml/2006/main" w="0">
            <a:solidFill>
              <a:srgbClr val="FFF8E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F9C93F-0E26-44A3-8ECD-FCD2192E2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6953250"/>
            <a:ext cx="3143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750" b="1">
                <a:solidFill>
                  <a:srgbClr val="FFE4D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4750" b="1">
                <a:solidFill>
                  <a:srgbClr val="FFE4DC"/>
                </a:solidFill>
                <a:latin typeface="Microsoft YaHei UI"/>
                <a:ea typeface="Microsoft YaHei UI"/>
                <a:cs typeface="Microsoft YaHei UI"/>
              </a:rPr>
              <a:t>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576C93-B645-49D0-8708-1C01AC7D1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38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C76F35-64DB-490C-88C0-D3FC66050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590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移动软件设计课程大作业汇报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2FA85E-30D2-4B7A-8D36-A5871B17D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0" y="45720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MusicPlayer3 汇报 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37F9C4-0D08-4372-A1FC-AF4BC9BB9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6300"/>
            <a:ext cx="1725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01D"/>
          </a:solidFill>
          <a:ln xmlns:a="http://schemas.openxmlformats.org/drawingml/2006/main" w="0">
            <a:solidFill>
              <a:srgbClr val="24201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AB87BC-E49C-454E-A0C6-FD92F03D3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5810250"/>
            <a:ext cx="40005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1500" b="1">
                <a:solidFill>
                  <a:srgbClr val="F9C7B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1500" b="1">
                <a:solidFill>
                  <a:srgbClr val="F9C7BC"/>
                </a:solidFill>
                <a:latin typeface="Microsoft YaHei UI"/>
                <a:ea typeface="Microsoft YaHei UI"/>
                <a:cs typeface="Microsoft YaHei UI"/>
              </a:rPr>
              <a:t>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B8FE95-B1F9-45A1-8610-4CB488095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28875"/>
            <a:ext cx="6096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0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Thank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8252E7-1114-474B-8F77-5C418D432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40957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0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You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F93FFD-7B9A-418E-9AAB-794F485B6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857625"/>
            <a:ext cx="857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4650" b="1">
                <a:solidFill>
                  <a:srgbClr val="F05A52"/>
                </a:solidFill>
                <a:latin typeface="Microsoft YaHei UI"/>
                <a:ea typeface="Microsoft YaHei UI"/>
                <a:cs typeface="Microsoft YaHei UI"/>
              </a:rPr>
              <a:t>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F28D7C-3C78-4801-B38C-52936399B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810250"/>
            <a:ext cx="7429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感谢老师指导与小组成员协作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D2A463-69C0-44C6-8A3A-E13755639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048625"/>
            <a:ext cx="200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D"/>
          </a:solidFill>
          <a:ln xmlns:a="http://schemas.openxmlformats.org/drawingml/2006/main" w="19050">
            <a:solidFill>
              <a:srgbClr val="24201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E9232A-0855-4EAE-8133-C2163D6D7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8143875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161616"/>
                </a:solidFill>
                <a:latin typeface="Microsoft YaHei UI"/>
                <a:ea typeface="Microsoft YaHei UI"/>
                <a:cs typeface="Microsoft YaHei UI"/>
              </a:rPr>
              <a:t>欢迎批评指正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26EB83-87B7-4EF8-88B0-D0672280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1724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D6A6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>
                <a:solidFill>
                  <a:srgbClr val="6D6A66"/>
                </a:solidFill>
                <a:latin typeface="Microsoft YaHei UI"/>
                <a:ea typeface="Microsoft YaHei UI"/>
                <a:cs typeface="Microsoft YaHei UI"/>
              </a:rPr>
              <a:t>MusicPlayer3</a:t>
            </a:r>
          </a:p>
        </p:txBody>
      </p:sp>
    </p:spTree>
    <p:extLst>
      <p:ext uri="{BB962C8B-B14F-4D97-AF65-F5344CB8AC3E}">
        <p14:creationId xmlns:p14="http://schemas.microsoft.com/office/powerpoint/2010/main" val="1403964589"/>
      </p:ext>
    </p:extLst>
  </p:cSld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2026-05-30T07:35:17.1870000Z</dcterms:created>
  <dcterms:modified xsi:type="dcterms:W3CDTF">2026-05-30T07:35:17.1870000Z</dcterms:modified>
</coreProperties>
</file>